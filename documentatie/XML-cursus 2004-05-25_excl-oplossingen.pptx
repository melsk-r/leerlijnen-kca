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64"/>
  </p:notesMasterIdLst>
  <p:handoutMasterIdLst>
    <p:handoutMasterId r:id="rId65"/>
  </p:handoutMasterIdLst>
  <p:sldIdLst>
    <p:sldId id="427" r:id="rId2"/>
    <p:sldId id="482" r:id="rId3"/>
    <p:sldId id="464" r:id="rId4"/>
    <p:sldId id="465" r:id="rId5"/>
    <p:sldId id="353" r:id="rId6"/>
    <p:sldId id="455" r:id="rId7"/>
    <p:sldId id="466" r:id="rId8"/>
    <p:sldId id="456" r:id="rId9"/>
    <p:sldId id="467" r:id="rId10"/>
    <p:sldId id="468" r:id="rId11"/>
    <p:sldId id="469" r:id="rId12"/>
    <p:sldId id="470" r:id="rId13"/>
    <p:sldId id="483" r:id="rId14"/>
    <p:sldId id="457" r:id="rId15"/>
    <p:sldId id="486" r:id="rId16"/>
    <p:sldId id="458" r:id="rId17"/>
    <p:sldId id="471" r:id="rId18"/>
    <p:sldId id="472" r:id="rId19"/>
    <p:sldId id="478" r:id="rId20"/>
    <p:sldId id="480" r:id="rId21"/>
    <p:sldId id="479" r:id="rId22"/>
    <p:sldId id="487" r:id="rId23"/>
    <p:sldId id="484" r:id="rId24"/>
    <p:sldId id="473" r:id="rId25"/>
    <p:sldId id="489" r:id="rId26"/>
    <p:sldId id="460" r:id="rId27"/>
    <p:sldId id="461" r:id="rId28"/>
    <p:sldId id="490" r:id="rId29"/>
    <p:sldId id="474" r:id="rId30"/>
    <p:sldId id="475" r:id="rId31"/>
    <p:sldId id="476" r:id="rId32"/>
    <p:sldId id="485" r:id="rId33"/>
    <p:sldId id="428" r:id="rId34"/>
    <p:sldId id="430" r:id="rId35"/>
    <p:sldId id="431" r:id="rId36"/>
    <p:sldId id="432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441" r:id="rId46"/>
    <p:sldId id="442" r:id="rId47"/>
    <p:sldId id="443" r:id="rId48"/>
    <p:sldId id="444" r:id="rId49"/>
    <p:sldId id="445" r:id="rId50"/>
    <p:sldId id="446" r:id="rId51"/>
    <p:sldId id="447" r:id="rId52"/>
    <p:sldId id="448" r:id="rId53"/>
    <p:sldId id="449" r:id="rId54"/>
    <p:sldId id="450" r:id="rId55"/>
    <p:sldId id="451" r:id="rId56"/>
    <p:sldId id="452" r:id="rId57"/>
    <p:sldId id="453" r:id="rId58"/>
    <p:sldId id="481" r:id="rId59"/>
    <p:sldId id="491" r:id="rId60"/>
    <p:sldId id="488" r:id="rId61"/>
    <p:sldId id="463" r:id="rId62"/>
    <p:sldId id="477" r:id="rId63"/>
  </p:sldIdLst>
  <p:sldSz cx="9144000" cy="6858000" type="screen4x3"/>
  <p:notesSz cx="7099300" cy="10234613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265"/>
    <a:srgbClr val="49D82C"/>
    <a:srgbClr val="A7F014"/>
    <a:srgbClr val="EF156D"/>
    <a:srgbClr val="EF8114"/>
    <a:srgbClr val="FFCC66"/>
    <a:srgbClr val="00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6162" autoAdjust="0"/>
    <p:restoredTop sz="96680" autoAdjust="0"/>
  </p:normalViewPr>
  <p:slideViewPr>
    <p:cSldViewPr>
      <p:cViewPr varScale="1">
        <p:scale>
          <a:sx n="147" d="100"/>
          <a:sy n="147" d="100"/>
        </p:scale>
        <p:origin x="5688" y="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1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4A3AA99-D0FF-E9AB-A268-B43D62A46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t" anchorCtr="0" compatLnSpc="1">
            <a:prstTxWarp prst="textNoShape">
              <a:avLst/>
            </a:prstTxWarp>
          </a:bodyPr>
          <a:lstStyle>
            <a:lvl1pPr algn="l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3118D65-D144-6A35-E0BE-70238B305F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t" anchorCtr="0" compatLnSpc="1">
            <a:prstTxWarp prst="textNoShape">
              <a:avLst/>
            </a:prstTxWarp>
          </a:bodyPr>
          <a:lstStyle>
            <a:lvl1pPr algn="r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90B599D7-AA6C-5C3F-BA49-CE4030A349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b" anchorCtr="0" compatLnSpc="1">
            <a:prstTxWarp prst="textNoShape">
              <a:avLst/>
            </a:prstTxWarp>
          </a:bodyPr>
          <a:lstStyle>
            <a:lvl1pPr algn="l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AA6FB17D-8CC4-2453-6E7F-679B8CEFED3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b" anchorCtr="0" compatLnSpc="1">
            <a:prstTxWarp prst="textNoShape">
              <a:avLst/>
            </a:prstTxWarp>
          </a:bodyPr>
          <a:lstStyle>
            <a:lvl1pPr algn="r" defTabSz="987425">
              <a:defRPr sz="1300">
                <a:latin typeface="Arial" panose="020B0604020202020204" pitchFamily="34" charset="0"/>
              </a:defRPr>
            </a:lvl1pPr>
          </a:lstStyle>
          <a:p>
            <a:fld id="{04307D80-DD66-44AA-9E94-C865FC70DAEF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0A53216-E8F8-ECF7-B067-5784B952D5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t" anchorCtr="0" compatLnSpc="1">
            <a:prstTxWarp prst="textNoShape">
              <a:avLst/>
            </a:prstTxWarp>
          </a:bodyPr>
          <a:lstStyle>
            <a:lvl1pPr algn="l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3CEF6F9-BA9D-9A9C-9C58-D206D6A5DB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t" anchorCtr="0" compatLnSpc="1">
            <a:prstTxWarp prst="textNoShape">
              <a:avLst/>
            </a:prstTxWarp>
          </a:bodyPr>
          <a:lstStyle>
            <a:lvl1pPr algn="r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F87BFA8-4F3C-E174-9FB0-17DA59451BDD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3337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1C785AA-7B33-7138-BFAC-EF336A033A7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DDEBF2C-79B4-C77B-B179-27FC1E131B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b" anchorCtr="0" compatLnSpc="1">
            <a:prstTxWarp prst="textNoShape">
              <a:avLst/>
            </a:prstTxWarp>
          </a:bodyPr>
          <a:lstStyle>
            <a:lvl1pPr algn="l" defTabSz="987425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0213736-ECB3-228D-EB80-3CFB7D4FF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00" tIns="49350" rIns="98700" bIns="49350" numCol="1" anchor="b" anchorCtr="0" compatLnSpc="1">
            <a:prstTxWarp prst="textNoShape">
              <a:avLst/>
            </a:prstTxWarp>
          </a:bodyPr>
          <a:lstStyle>
            <a:lvl1pPr algn="r" defTabSz="987425">
              <a:defRPr sz="1300">
                <a:latin typeface="Arial" panose="020B0604020202020204" pitchFamily="34" charset="0"/>
              </a:defRPr>
            </a:lvl1pPr>
          </a:lstStyle>
          <a:p>
            <a:fld id="{9A286F60-5227-4234-A66F-1E9346D1C2E7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E3694D2A-012B-1AE9-644F-EABD23BE21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18F6A-6193-4DC9-9B47-2FD587293C7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B9EB7DE7-E781-D57B-07A6-70B3581D07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A6A66CAE-0B8D-2285-8E25-75B779CCA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45265CDC-33FD-68D7-247D-2ACF400046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C53008-8E68-46E5-9D6B-A77F81778AE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24258" name="Rectangle 1026">
            <a:extLst>
              <a:ext uri="{FF2B5EF4-FFF2-40B4-BE49-F238E27FC236}">
                <a16:creationId xmlns:a16="http://schemas.microsoft.com/office/drawing/2014/main" id="{DF05B3BC-3BF9-9951-A7B8-54BFF38A38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1027">
            <a:extLst>
              <a:ext uri="{FF2B5EF4-FFF2-40B4-BE49-F238E27FC236}">
                <a16:creationId xmlns:a16="http://schemas.microsoft.com/office/drawing/2014/main" id="{76C393E3-ACE5-AFC8-CC8F-5575DC124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</a:pPr>
            <a:endParaRPr lang="nl-NL" altLang="nl-NL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rgbClr val="0000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746" name="Picture 1026">
            <a:extLst>
              <a:ext uri="{FF2B5EF4-FFF2-40B4-BE49-F238E27FC236}">
                <a16:creationId xmlns:a16="http://schemas.microsoft.com/office/drawing/2014/main" id="{8D8BF5CC-8917-8ED2-B882-A60F9A184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3" y="-23813"/>
            <a:ext cx="9204326" cy="690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5747" name="Rectangle 1027">
            <a:extLst>
              <a:ext uri="{FF2B5EF4-FFF2-40B4-BE49-F238E27FC236}">
                <a16:creationId xmlns:a16="http://schemas.microsoft.com/office/drawing/2014/main" id="{9C2EEFAC-FF57-D3AF-BF3F-A1842B500D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95750"/>
            <a:ext cx="6662738" cy="1695450"/>
          </a:xfrm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</a:extLst>
        </p:spPr>
        <p:txBody>
          <a:bodyPr/>
          <a:lstStyle>
            <a:lvl1pPr marL="0" indent="0" algn="r">
              <a:buFontTx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altLang="nl-NL" noProof="0"/>
              <a:t>Click to edit Master subtitle style</a:t>
            </a:r>
          </a:p>
        </p:txBody>
      </p:sp>
      <p:sp>
        <p:nvSpPr>
          <p:cNvPr id="415748" name="Rectangle 1028">
            <a:extLst>
              <a:ext uri="{FF2B5EF4-FFF2-40B4-BE49-F238E27FC236}">
                <a16:creationId xmlns:a16="http://schemas.microsoft.com/office/drawing/2014/main" id="{876ACAF6-052B-C048-AEA0-0482DEC30B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627D1-CD7F-50C4-1065-1995FD5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542F53-B1A5-E9E9-28CF-5E52E5039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74C05DA-8E1A-8B52-C537-8735E0E1B1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596245034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E8CB1-C3FA-BBBB-E415-E383EF42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729A21-D0D0-9CA0-B698-251D48613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07434F2-8D83-A252-6C5A-5DFE1C150D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880301821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56EA9-2CB9-9A54-8A89-929E91CD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3C5F41C-41DE-E54D-63BB-0490DEC06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587500"/>
            <a:ext cx="3810000" cy="4572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32D9203-B15C-3106-B29A-A9758AE9C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87500"/>
            <a:ext cx="3810000" cy="4572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A89327-227E-C9CE-26E5-2F4C1EA4E8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278368769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402EA7-433C-3489-3113-9053769A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3F8616-9CFA-34E2-21DC-73994B124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0A0C532-72F6-60E8-2BE3-E3039DEDC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4651815-C7C8-F046-15B6-4D647ECF1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36FFF56-14AC-2C2A-6771-79AD811C0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716A611D-EC2B-C30D-B113-A4907250B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846025878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F1656-F948-57CD-90F9-C7CF610D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38C2B25-9342-243A-05FD-7A78E6399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108948528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A79DF6C-A345-933A-42BE-8A01EBC25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023180453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5FF54-393B-3659-864D-F941D203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D41025-13D1-AB18-EF3B-02C8518A8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491E795-E6F2-B6CA-2871-E46208AB4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D46D8EF-D841-09C8-3C40-30FC462F9B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88436955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0CA83-9EF2-65C6-E9D6-41D78B14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A617F93-EE72-691A-71D3-661C72CE3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628288A-349F-94A1-A5BF-19A4D5C50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83B1BDF-3DC7-6965-F216-03F262044A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95490886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E2B46-70E1-061E-1C43-54BD0F67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41E59DD-BE93-8651-F295-8934E6CB7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B511F0A-C58C-5C28-D51D-3334024453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707048361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5C565A5-0ADA-0EB4-268F-926DD12A8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3700" y="0"/>
            <a:ext cx="2019300" cy="6159500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BA8510F-A121-78A9-92A0-23086D6C4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905500" cy="615950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15E2135-4A70-E208-0313-3E6EE8679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872895214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A41E4235-3622-2AFA-0BE8-13868EE9F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11900"/>
            <a:ext cx="9144000" cy="6096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F83ECEC5-52AD-CB4D-0CA2-EF9F5A0C5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4724" name="Rectangle 4">
            <a:extLst>
              <a:ext uri="{FF2B5EF4-FFF2-40B4-BE49-F238E27FC236}">
                <a16:creationId xmlns:a16="http://schemas.microsoft.com/office/drawing/2014/main" id="{330550B7-5FA7-6E29-0793-C33B4C0FD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87500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4725" name="Rectangle 5">
            <a:extLst>
              <a:ext uri="{FF2B5EF4-FFF2-40B4-BE49-F238E27FC236}">
                <a16:creationId xmlns:a16="http://schemas.microsoft.com/office/drawing/2014/main" id="{B91F205F-3D91-6F12-48B1-53B75D5885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400800"/>
            <a:ext cx="383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endParaRPr lang="nl-NL" altLang="nl-NL"/>
          </a:p>
        </p:txBody>
      </p:sp>
      <p:sp>
        <p:nvSpPr>
          <p:cNvPr id="414726" name="Rectangle 6">
            <a:extLst>
              <a:ext uri="{FF2B5EF4-FFF2-40B4-BE49-F238E27FC236}">
                <a16:creationId xmlns:a16="http://schemas.microsoft.com/office/drawing/2014/main" id="{6718DC08-CD61-2B0A-E338-7009258D7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64008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sz="1800" b="1" i="1">
                <a:solidFill>
                  <a:schemeClr val="bg1"/>
                </a:solidFill>
                <a:latin typeface="Arial" panose="020B0604020202020204" pitchFamily="34" charset="0"/>
              </a:rPr>
              <a:t>Turning Client Vision into Results</a:t>
            </a:r>
            <a:endParaRPr lang="en-US" altLang="en-US" sz="1800" i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14727" name="Rectangle 7">
            <a:extLst>
              <a:ext uri="{FF2B5EF4-FFF2-40B4-BE49-F238E27FC236}">
                <a16:creationId xmlns:a16="http://schemas.microsoft.com/office/drawing/2014/main" id="{FC44B86E-D14B-2040-0B6F-CF1BAF48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6426200"/>
            <a:ext cx="5715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fld id="{E710234E-6367-40DF-A5F2-055F9B25293B}" type="slidenum">
              <a:rPr lang="en-US" altLang="en-US" sz="2000">
                <a:solidFill>
                  <a:schemeClr val="bg1"/>
                </a:solidFill>
                <a:latin typeface="Arial" panose="020B0604020202020204" pitchFamily="34" charset="0"/>
              </a:rPr>
              <a:pPr algn="r"/>
              <a:t>‹nr.›</a:t>
            </a:fld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14728" name="Picture 8">
            <a:extLst>
              <a:ext uri="{FF2B5EF4-FFF2-40B4-BE49-F238E27FC236}">
                <a16:creationId xmlns:a16="http://schemas.microsoft.com/office/drawing/2014/main" id="{78B3A070-23AE-38BF-081A-AC3230627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0813"/>
            <a:ext cx="220980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>
    <p:dissolve/>
  </p:transition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b="1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XM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XM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R/xsl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hyperlink" Target="DVD-Catalog.xs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slide" Target="slide14.xml"/><Relationship Id="rId3" Type="http://schemas.openxmlformats.org/officeDocument/2006/relationships/slide" Target="slide8.xml"/><Relationship Id="rId7" Type="http://schemas.openxmlformats.org/officeDocument/2006/relationships/slide" Target="slide9.xml"/><Relationship Id="rId12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11" Type="http://schemas.openxmlformats.org/officeDocument/2006/relationships/slide" Target="slide10.xml"/><Relationship Id="rId5" Type="http://schemas.openxmlformats.org/officeDocument/2006/relationships/slide" Target="slide11.xml"/><Relationship Id="rId15" Type="http://schemas.openxmlformats.org/officeDocument/2006/relationships/slide" Target="slide13.xml"/><Relationship Id="rId10" Type="http://schemas.openxmlformats.org/officeDocument/2006/relationships/image" Target="../media/image25.jpeg"/><Relationship Id="rId4" Type="http://schemas.openxmlformats.org/officeDocument/2006/relationships/image" Target="../media/image22.png"/><Relationship Id="rId9" Type="http://schemas.openxmlformats.org/officeDocument/2006/relationships/slide" Target="slide12.xml"/><Relationship Id="rId14" Type="http://schemas.openxmlformats.org/officeDocument/2006/relationships/image" Target="../media/image27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9" Type="http://schemas.openxmlformats.org/officeDocument/2006/relationships/image" Target="../media/image35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slide" Target="slide14.xml"/><Relationship Id="rId3" Type="http://schemas.openxmlformats.org/officeDocument/2006/relationships/slide" Target="slide8.xml"/><Relationship Id="rId7" Type="http://schemas.openxmlformats.org/officeDocument/2006/relationships/slide" Target="slide9.xml"/><Relationship Id="rId12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11" Type="http://schemas.openxmlformats.org/officeDocument/2006/relationships/slide" Target="slide10.xml"/><Relationship Id="rId5" Type="http://schemas.openxmlformats.org/officeDocument/2006/relationships/slide" Target="slide11.xml"/><Relationship Id="rId15" Type="http://schemas.openxmlformats.org/officeDocument/2006/relationships/slide" Target="slide13.xml"/><Relationship Id="rId10" Type="http://schemas.openxmlformats.org/officeDocument/2006/relationships/image" Target="../media/image25.jpeg"/><Relationship Id="rId4" Type="http://schemas.openxmlformats.org/officeDocument/2006/relationships/image" Target="../media/image22.png"/><Relationship Id="rId9" Type="http://schemas.openxmlformats.org/officeDocument/2006/relationships/slide" Target="slide12.xml"/><Relationship Id="rId14" Type="http://schemas.openxmlformats.org/officeDocument/2006/relationships/image" Target="../media/image27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3" name="Rectangle 3">
            <a:extLst>
              <a:ext uri="{FF2B5EF4-FFF2-40B4-BE49-F238E27FC236}">
                <a16:creationId xmlns:a16="http://schemas.microsoft.com/office/drawing/2014/main" id="{37ADFE14-5FAD-9ED2-8C74-1C29C9B718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nl-NL"/>
              <a:t>XML</a:t>
            </a:r>
          </a:p>
          <a:p>
            <a:r>
              <a:rPr lang="en-GB" altLang="nl-NL" sz="1800"/>
              <a:t>2004-06-..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9" name="Rectangle 3">
            <a:extLst>
              <a:ext uri="{FF2B5EF4-FFF2-40B4-BE49-F238E27FC236}">
                <a16:creationId xmlns:a16="http://schemas.microsoft.com/office/drawing/2014/main" id="{361F34AD-D7B4-E8A7-8E1B-4069F538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4572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9144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13716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18288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nl-NL" sz="4400"/>
              <a:t>Wat is XML?</a:t>
            </a:r>
            <a:endParaRPr lang="en-GB" altLang="nl-NL" sz="4400"/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1026">
            <a:extLst>
              <a:ext uri="{FF2B5EF4-FFF2-40B4-BE49-F238E27FC236}">
                <a16:creationId xmlns:a16="http://schemas.microsoft.com/office/drawing/2014/main" id="{FEED3598-2BE0-A2D8-FC67-A6B7207AF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Wat is XML?</a:t>
            </a:r>
            <a:endParaRPr lang="en-GB" altLang="nl-NL"/>
          </a:p>
        </p:txBody>
      </p:sp>
      <p:sp>
        <p:nvSpPr>
          <p:cNvPr id="454659" name="Rectangle 1027">
            <a:extLst>
              <a:ext uri="{FF2B5EF4-FFF2-40B4-BE49-F238E27FC236}">
                <a16:creationId xmlns:a16="http://schemas.microsoft.com/office/drawing/2014/main" id="{040B8B01-FD11-6AD8-FD6A-F550823C5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>
                <a:solidFill>
                  <a:srgbClr val="EF8114"/>
                </a:solidFill>
              </a:rPr>
              <a:t>XML staat voor</a:t>
            </a:r>
            <a:r>
              <a:rPr lang="en-US" altLang="nl-NL">
                <a:solidFill>
                  <a:schemeClr val="tx1"/>
                </a:solidFill>
              </a:rPr>
              <a:t>:</a:t>
            </a:r>
          </a:p>
          <a:p>
            <a:pPr lvl="1">
              <a:buFontTx/>
              <a:buNone/>
            </a:pPr>
            <a:r>
              <a:rPr lang="en-US" altLang="nl-NL"/>
              <a:t>				</a:t>
            </a:r>
            <a:r>
              <a:rPr lang="en-US" altLang="nl-NL">
                <a:solidFill>
                  <a:schemeClr val="tx1"/>
                </a:solidFill>
              </a:rPr>
              <a:t>e</a:t>
            </a:r>
            <a:r>
              <a:rPr lang="en-US" altLang="nl-NL" i="1">
                <a:solidFill>
                  <a:srgbClr val="EF8114"/>
                </a:solidFill>
              </a:rPr>
              <a:t>X</a:t>
            </a:r>
            <a:r>
              <a:rPr lang="en-US" altLang="nl-NL">
                <a:solidFill>
                  <a:schemeClr val="tx1"/>
                </a:solidFill>
              </a:rPr>
              <a:t>tensible</a:t>
            </a:r>
          </a:p>
          <a:p>
            <a:pPr lvl="1">
              <a:buFontTx/>
              <a:buNone/>
            </a:pPr>
            <a:r>
              <a:rPr lang="en-US" altLang="nl-NL"/>
              <a:t>					</a:t>
            </a:r>
            <a:r>
              <a:rPr lang="en-US" altLang="nl-NL" i="1">
                <a:solidFill>
                  <a:srgbClr val="EF8114"/>
                </a:solidFill>
              </a:rPr>
              <a:t>M</a:t>
            </a:r>
            <a:r>
              <a:rPr lang="en-US" altLang="nl-NL">
                <a:solidFill>
                  <a:schemeClr val="tx1"/>
                </a:solidFill>
              </a:rPr>
              <a:t>arkup</a:t>
            </a:r>
          </a:p>
          <a:p>
            <a:pPr lvl="1">
              <a:buFontTx/>
              <a:buNone/>
            </a:pPr>
            <a:r>
              <a:rPr lang="en-US" altLang="nl-NL"/>
              <a:t>						</a:t>
            </a:r>
            <a:r>
              <a:rPr lang="en-US" altLang="nl-NL" i="1">
                <a:solidFill>
                  <a:srgbClr val="EF8114"/>
                </a:solidFill>
              </a:rPr>
              <a:t>L</a:t>
            </a:r>
            <a:r>
              <a:rPr lang="en-US" altLang="nl-NL">
                <a:solidFill>
                  <a:schemeClr val="tx1"/>
                </a:solidFill>
              </a:rPr>
              <a:t>anguage</a:t>
            </a:r>
          </a:p>
          <a:p>
            <a:pPr lvl="1">
              <a:buFontTx/>
              <a:buNone/>
            </a:pPr>
            <a:endParaRPr lang="en-US" altLang="nl-NL"/>
          </a:p>
          <a:p>
            <a:pPr lvl="1">
              <a:buFontTx/>
              <a:buNone/>
            </a:pPr>
            <a:r>
              <a:rPr lang="en-US" altLang="nl-NL"/>
              <a:t>	</a:t>
            </a:r>
          </a:p>
          <a:p>
            <a:pPr lvl="1">
              <a:buFontTx/>
              <a:buNone/>
            </a:pPr>
            <a:r>
              <a:rPr lang="en-US" altLang="nl-NL"/>
              <a:t>	</a:t>
            </a:r>
            <a:r>
              <a:rPr lang="en-US" altLang="nl-NL">
                <a:solidFill>
                  <a:schemeClr val="tx1"/>
                </a:solidFill>
              </a:rPr>
              <a:t>Universeel geaccepteerde standaard voor het</a:t>
            </a:r>
            <a:r>
              <a:rPr lang="en-US" altLang="nl-NL"/>
              <a:t> </a:t>
            </a:r>
            <a:r>
              <a:rPr lang="en-US" altLang="nl-NL">
                <a:solidFill>
                  <a:srgbClr val="2B61A3"/>
                </a:solidFill>
              </a:rPr>
              <a:t>uitwisselen</a:t>
            </a:r>
            <a:r>
              <a:rPr lang="en-US" altLang="nl-NL"/>
              <a:t> </a:t>
            </a:r>
            <a:r>
              <a:rPr lang="en-US" altLang="nl-NL">
                <a:solidFill>
                  <a:schemeClr val="tx1"/>
                </a:solidFill>
              </a:rPr>
              <a:t>van informatie</a:t>
            </a:r>
            <a:r>
              <a:rPr lang="en-US" altLang="nl-NL"/>
              <a:t> (referentie: </a:t>
            </a:r>
            <a:r>
              <a:rPr lang="en-US" altLang="nl-NL">
                <a:solidFill>
                  <a:srgbClr val="D0242C"/>
                </a:solidFill>
                <a:hlinkClick r:id="rId2"/>
              </a:rPr>
              <a:t>http://www.w3.org/XML/</a:t>
            </a:r>
            <a:r>
              <a:rPr lang="en-US" altLang="nl-NL">
                <a:solidFill>
                  <a:srgbClr val="D0242C"/>
                </a:solidFill>
              </a:rPr>
              <a:t> </a:t>
            </a:r>
            <a:r>
              <a:rPr lang="en-US" altLang="nl-NL"/>
              <a:t>)</a:t>
            </a:r>
          </a:p>
          <a:p>
            <a:pPr lvl="1">
              <a:buFontTx/>
              <a:buNone/>
            </a:pPr>
            <a:endParaRPr lang="en-US" altLang="nl-NL">
              <a:solidFill>
                <a:srgbClr val="D0242C"/>
              </a:solidFill>
            </a:endParaRPr>
          </a:p>
          <a:p>
            <a:r>
              <a:rPr lang="en-US" altLang="nl-NL">
                <a:solidFill>
                  <a:srgbClr val="EF8114"/>
                </a:solidFill>
              </a:rPr>
              <a:t>XML is geen</a:t>
            </a:r>
            <a:r>
              <a:rPr lang="en-US" altLang="nl-NL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nl-NL">
                <a:solidFill>
                  <a:schemeClr val="tx1"/>
                </a:solidFill>
              </a:rPr>
              <a:t>Programmeertaal</a:t>
            </a:r>
          </a:p>
          <a:p>
            <a:pPr lvl="1"/>
            <a:r>
              <a:rPr lang="en-US" altLang="nl-NL">
                <a:solidFill>
                  <a:schemeClr val="tx1"/>
                </a:solidFill>
              </a:rPr>
              <a:t>Systeem</a:t>
            </a:r>
          </a:p>
          <a:p>
            <a:endParaRPr lang="en-US" altLang="nl-NL">
              <a:solidFill>
                <a:srgbClr val="D0242C"/>
              </a:solidFill>
            </a:endParaRPr>
          </a:p>
          <a:p>
            <a:endParaRPr lang="en-GB" altLang="nl-NL"/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1026">
            <a:extLst>
              <a:ext uri="{FF2B5EF4-FFF2-40B4-BE49-F238E27FC236}">
                <a16:creationId xmlns:a16="http://schemas.microsoft.com/office/drawing/2014/main" id="{4013D72D-A536-8602-B60E-7C4FF15C8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Waarom XML?</a:t>
            </a:r>
            <a:endParaRPr lang="en-GB" altLang="nl-NL"/>
          </a:p>
        </p:txBody>
      </p:sp>
      <p:sp>
        <p:nvSpPr>
          <p:cNvPr id="455683" name="Rectangle 1027">
            <a:extLst>
              <a:ext uri="{FF2B5EF4-FFF2-40B4-BE49-F238E27FC236}">
                <a16:creationId xmlns:a16="http://schemas.microsoft.com/office/drawing/2014/main" id="{704CE945-C355-D04D-37C1-2EB5D886A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altLang="nl-NL">
                <a:solidFill>
                  <a:schemeClr val="tx1"/>
                </a:solidFill>
              </a:rPr>
              <a:t>XML is:</a:t>
            </a:r>
          </a:p>
          <a:p>
            <a:endParaRPr lang="nl-NL" altLang="nl-NL">
              <a:solidFill>
                <a:schemeClr val="tx1"/>
              </a:solidFill>
            </a:endParaRPr>
          </a:p>
          <a:p>
            <a:pPr lvl="1"/>
            <a:r>
              <a:rPr lang="nl-NL" altLang="nl-NL">
                <a:solidFill>
                  <a:schemeClr val="tx1"/>
                </a:solidFill>
              </a:rPr>
              <a:t>De standaard voor informatie-uitwisseling tussen applicaties</a:t>
            </a:r>
          </a:p>
          <a:p>
            <a:pPr lvl="1"/>
            <a:endParaRPr lang="nl-NL" altLang="nl-NL">
              <a:solidFill>
                <a:schemeClr val="tx1"/>
              </a:solidFill>
            </a:endParaRPr>
          </a:p>
          <a:p>
            <a:pPr lvl="1"/>
            <a:r>
              <a:rPr lang="nl-NL" altLang="nl-NL">
                <a:solidFill>
                  <a:schemeClr val="tx1"/>
                </a:solidFill>
              </a:rPr>
              <a:t>Platform-, leverancier- (software), medium onafhankelijk </a:t>
            </a:r>
          </a:p>
          <a:p>
            <a:pPr lvl="1"/>
            <a:endParaRPr lang="nl-NL" altLang="nl-NL">
              <a:solidFill>
                <a:schemeClr val="tx1"/>
              </a:solidFill>
            </a:endParaRPr>
          </a:p>
          <a:p>
            <a:pPr lvl="1"/>
            <a:r>
              <a:rPr lang="nl-NL" altLang="nl-NL">
                <a:solidFill>
                  <a:schemeClr val="tx1"/>
                </a:solidFill>
              </a:rPr>
              <a:t>Niet meer weg te denken</a:t>
            </a:r>
          </a:p>
          <a:p>
            <a:pPr lvl="2"/>
            <a:r>
              <a:rPr lang="nl-NL" altLang="nl-NL">
                <a:solidFill>
                  <a:schemeClr val="tx1"/>
                </a:solidFill>
              </a:rPr>
              <a:t>Het zit overal in </a:t>
            </a:r>
          </a:p>
          <a:p>
            <a:pPr lvl="1"/>
            <a:endParaRPr lang="nl-NL" altLang="nl-NL">
              <a:solidFill>
                <a:schemeClr val="tx1"/>
              </a:solidFill>
            </a:endParaRPr>
          </a:p>
          <a:p>
            <a:pPr lvl="1"/>
            <a:r>
              <a:rPr lang="nl-NL" altLang="nl-NL">
                <a:solidFill>
                  <a:schemeClr val="tx1"/>
                </a:solidFill>
              </a:rPr>
              <a:t>Eenvoudig te begrijpen voor mens en machine</a:t>
            </a:r>
          </a:p>
          <a:p>
            <a:pPr lvl="1"/>
            <a:endParaRPr lang="nl-NL" altLang="nl-NL">
              <a:solidFill>
                <a:schemeClr val="tx1"/>
              </a:solidFill>
            </a:endParaRPr>
          </a:p>
          <a:p>
            <a:pPr lvl="1"/>
            <a:r>
              <a:rPr lang="nl-NL" altLang="nl-NL">
                <a:solidFill>
                  <a:schemeClr val="tx1"/>
                </a:solidFill>
              </a:rPr>
              <a:t>Uitbreidbaar / flexibel</a:t>
            </a:r>
          </a:p>
          <a:p>
            <a:pPr lvl="1"/>
            <a:endParaRPr lang="nl-NL" altLang="nl-NL"/>
          </a:p>
          <a:p>
            <a:endParaRPr lang="en-GB" altLang="nl-NL"/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40" name="Rectangle 8">
            <a:extLst>
              <a:ext uri="{FF2B5EF4-FFF2-40B4-BE49-F238E27FC236}">
                <a16:creationId xmlns:a16="http://schemas.microsoft.com/office/drawing/2014/main" id="{7D239BCC-E299-2792-2F64-CA865DE25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GB"/>
              <a:t>De oorsprong van XML</a:t>
            </a:r>
            <a:endParaRPr lang="nl-NL" altLang="en-GB"/>
          </a:p>
        </p:txBody>
      </p:sp>
      <p:sp>
        <p:nvSpPr>
          <p:cNvPr id="223246" name="Line 14">
            <a:extLst>
              <a:ext uri="{FF2B5EF4-FFF2-40B4-BE49-F238E27FC236}">
                <a16:creationId xmlns:a16="http://schemas.microsoft.com/office/drawing/2014/main" id="{70AACAB6-83C3-9B45-EAD0-4851AB307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3498850"/>
            <a:ext cx="7848600" cy="0"/>
          </a:xfrm>
          <a:prstGeom prst="line">
            <a:avLst/>
          </a:prstGeom>
          <a:noFill/>
          <a:ln w="38100">
            <a:solidFill>
              <a:srgbClr val="EF811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47" name="Line 15">
            <a:extLst>
              <a:ext uri="{FF2B5EF4-FFF2-40B4-BE49-F238E27FC236}">
                <a16:creationId xmlns:a16="http://schemas.microsoft.com/office/drawing/2014/main" id="{812E92B6-869D-2106-87AF-4C2DDA16A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429000"/>
            <a:ext cx="0" cy="152400"/>
          </a:xfrm>
          <a:prstGeom prst="line">
            <a:avLst/>
          </a:prstGeom>
          <a:noFill/>
          <a:ln w="38100">
            <a:solidFill>
              <a:srgbClr val="EF811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48" name="Line 16">
            <a:extLst>
              <a:ext uri="{FF2B5EF4-FFF2-40B4-BE49-F238E27FC236}">
                <a16:creationId xmlns:a16="http://schemas.microsoft.com/office/drawing/2014/main" id="{C149C764-1F62-6BFD-E4AD-8F5D9D245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429000"/>
            <a:ext cx="0" cy="152400"/>
          </a:xfrm>
          <a:prstGeom prst="line">
            <a:avLst/>
          </a:prstGeom>
          <a:noFill/>
          <a:ln w="38100">
            <a:solidFill>
              <a:srgbClr val="EF811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49" name="Line 17">
            <a:extLst>
              <a:ext uri="{FF2B5EF4-FFF2-40B4-BE49-F238E27FC236}">
                <a16:creationId xmlns:a16="http://schemas.microsoft.com/office/drawing/2014/main" id="{4DE1921E-AC7E-DC66-DE2A-F8F6BCF72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429000"/>
            <a:ext cx="0" cy="152400"/>
          </a:xfrm>
          <a:prstGeom prst="line">
            <a:avLst/>
          </a:prstGeom>
          <a:noFill/>
          <a:ln w="38100">
            <a:solidFill>
              <a:srgbClr val="EF811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50" name="Line 18">
            <a:extLst>
              <a:ext uri="{FF2B5EF4-FFF2-40B4-BE49-F238E27FC236}">
                <a16:creationId xmlns:a16="http://schemas.microsoft.com/office/drawing/2014/main" id="{8B031F00-6722-33CE-9F31-62ECBAFDF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429000"/>
            <a:ext cx="0" cy="152400"/>
          </a:xfrm>
          <a:prstGeom prst="line">
            <a:avLst/>
          </a:prstGeom>
          <a:noFill/>
          <a:ln w="38100">
            <a:solidFill>
              <a:srgbClr val="EF811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51" name="Text Box 19">
            <a:extLst>
              <a:ext uri="{FF2B5EF4-FFF2-40B4-BE49-F238E27FC236}">
                <a16:creationId xmlns:a16="http://schemas.microsoft.com/office/drawing/2014/main" id="{B2575E71-F0C3-72B4-20F3-15CC15D1F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1242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solidFill>
                  <a:srgbClr val="EF8114"/>
                </a:solidFill>
                <a:latin typeface="Arial" panose="020B0604020202020204" pitchFamily="34" charset="0"/>
              </a:rPr>
              <a:t>1970</a:t>
            </a:r>
            <a:endParaRPr lang="en-GB" altLang="nl-NL" sz="1600" b="1">
              <a:solidFill>
                <a:srgbClr val="EF8114"/>
              </a:solidFill>
              <a:latin typeface="Arial" panose="020B0604020202020204" pitchFamily="34" charset="0"/>
            </a:endParaRPr>
          </a:p>
        </p:txBody>
      </p:sp>
      <p:sp>
        <p:nvSpPr>
          <p:cNvPr id="223252" name="Text Box 20">
            <a:extLst>
              <a:ext uri="{FF2B5EF4-FFF2-40B4-BE49-F238E27FC236}">
                <a16:creationId xmlns:a16="http://schemas.microsoft.com/office/drawing/2014/main" id="{2FF7A7F2-0F43-E70C-D1F3-886EDB176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1242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solidFill>
                  <a:srgbClr val="EF8114"/>
                </a:solidFill>
                <a:latin typeface="Arial" panose="020B0604020202020204" pitchFamily="34" charset="0"/>
              </a:rPr>
              <a:t>1980</a:t>
            </a:r>
            <a:endParaRPr lang="en-GB" altLang="nl-NL" sz="1600" b="1">
              <a:solidFill>
                <a:srgbClr val="EF8114"/>
              </a:solidFill>
              <a:latin typeface="Arial" panose="020B0604020202020204" pitchFamily="34" charset="0"/>
            </a:endParaRPr>
          </a:p>
        </p:txBody>
      </p:sp>
      <p:sp>
        <p:nvSpPr>
          <p:cNvPr id="223253" name="Text Box 21">
            <a:extLst>
              <a:ext uri="{FF2B5EF4-FFF2-40B4-BE49-F238E27FC236}">
                <a16:creationId xmlns:a16="http://schemas.microsoft.com/office/drawing/2014/main" id="{EFDDA9D1-B4C1-2FD9-27F0-12C13BE42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1242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solidFill>
                  <a:srgbClr val="EF8114"/>
                </a:solidFill>
                <a:latin typeface="Arial" panose="020B0604020202020204" pitchFamily="34" charset="0"/>
              </a:rPr>
              <a:t>1990</a:t>
            </a:r>
            <a:endParaRPr lang="en-GB" altLang="nl-NL" sz="1600" b="1">
              <a:solidFill>
                <a:srgbClr val="EF8114"/>
              </a:solidFill>
              <a:latin typeface="Arial" panose="020B0604020202020204" pitchFamily="34" charset="0"/>
            </a:endParaRPr>
          </a:p>
        </p:txBody>
      </p:sp>
      <p:sp>
        <p:nvSpPr>
          <p:cNvPr id="223254" name="Text Box 22">
            <a:extLst>
              <a:ext uri="{FF2B5EF4-FFF2-40B4-BE49-F238E27FC236}">
                <a16:creationId xmlns:a16="http://schemas.microsoft.com/office/drawing/2014/main" id="{1758EA6E-BF07-745C-DA00-4A5F2F525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1242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solidFill>
                  <a:srgbClr val="EF8114"/>
                </a:solidFill>
                <a:latin typeface="Arial" panose="020B0604020202020204" pitchFamily="34" charset="0"/>
              </a:rPr>
              <a:t>2000</a:t>
            </a:r>
            <a:endParaRPr lang="en-GB" altLang="nl-NL" sz="1600" b="1">
              <a:solidFill>
                <a:srgbClr val="EF8114"/>
              </a:solidFill>
              <a:latin typeface="Arial" panose="020B0604020202020204" pitchFamily="34" charset="0"/>
            </a:endParaRPr>
          </a:p>
        </p:txBody>
      </p:sp>
      <p:sp>
        <p:nvSpPr>
          <p:cNvPr id="223255" name="Text Box 23">
            <a:extLst>
              <a:ext uri="{FF2B5EF4-FFF2-40B4-BE49-F238E27FC236}">
                <a16:creationId xmlns:a16="http://schemas.microsoft.com/office/drawing/2014/main" id="{58A8996D-533C-C79B-4CBF-9F3240290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7749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GML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56" name="Text Box 24">
            <a:extLst>
              <a:ext uri="{FF2B5EF4-FFF2-40B4-BE49-F238E27FC236}">
                <a16:creationId xmlns:a16="http://schemas.microsoft.com/office/drawing/2014/main" id="{7A97DECE-6729-D405-C2B0-21AFEB599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002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Internet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57" name="Text Box 25">
            <a:extLst>
              <a:ext uri="{FF2B5EF4-FFF2-40B4-BE49-F238E27FC236}">
                <a16:creationId xmlns:a16="http://schemas.microsoft.com/office/drawing/2014/main" id="{B2ED22E0-09B8-8CB5-6C2A-2E7F3F0E4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7749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SGML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58" name="Text Box 26">
            <a:extLst>
              <a:ext uri="{FF2B5EF4-FFF2-40B4-BE49-F238E27FC236}">
                <a16:creationId xmlns:a16="http://schemas.microsoft.com/office/drawing/2014/main" id="{4CD9B31B-A8B0-19C6-1163-7F26EDA09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22034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HTML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59" name="Text Box 27">
            <a:extLst>
              <a:ext uri="{FF2B5EF4-FFF2-40B4-BE49-F238E27FC236}">
                <a16:creationId xmlns:a16="http://schemas.microsoft.com/office/drawing/2014/main" id="{E7846283-81E4-0978-3D71-EA80276B7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2415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XML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60" name="Text Box 28">
            <a:extLst>
              <a:ext uri="{FF2B5EF4-FFF2-40B4-BE49-F238E27FC236}">
                <a16:creationId xmlns:a16="http://schemas.microsoft.com/office/drawing/2014/main" id="{82CC0D58-1729-8031-BEA1-F5E07F382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60020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WWW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61" name="Line 29">
            <a:extLst>
              <a:ext uri="{FF2B5EF4-FFF2-40B4-BE49-F238E27FC236}">
                <a16:creationId xmlns:a16="http://schemas.microsoft.com/office/drawing/2014/main" id="{8631F0D8-62F8-7D65-2A9B-5792AA6CC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7526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2" name="Line 30">
            <a:extLst>
              <a:ext uri="{FF2B5EF4-FFF2-40B4-BE49-F238E27FC236}">
                <a16:creationId xmlns:a16="http://schemas.microsoft.com/office/drawing/2014/main" id="{9F55483C-F51D-368C-3BE9-F016BB0617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9600" y="29337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3" name="Line 31">
            <a:extLst>
              <a:ext uri="{FF2B5EF4-FFF2-40B4-BE49-F238E27FC236}">
                <a16:creationId xmlns:a16="http://schemas.microsoft.com/office/drawing/2014/main" id="{BAA1491B-4C6E-666B-DF16-7DFD42218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387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4" name="Line 32">
            <a:extLst>
              <a:ext uri="{FF2B5EF4-FFF2-40B4-BE49-F238E27FC236}">
                <a16:creationId xmlns:a16="http://schemas.microsoft.com/office/drawing/2014/main" id="{B22722FB-43FF-8977-7B78-726C324B8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752600"/>
            <a:ext cx="2057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5" name="Line 33">
            <a:extLst>
              <a:ext uri="{FF2B5EF4-FFF2-40B4-BE49-F238E27FC236}">
                <a16:creationId xmlns:a16="http://schemas.microsoft.com/office/drawing/2014/main" id="{F289BA10-FC70-806D-5BC9-2B74B43AE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2438400"/>
            <a:ext cx="3048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6" name="Line 34">
            <a:extLst>
              <a:ext uri="{FF2B5EF4-FFF2-40B4-BE49-F238E27FC236}">
                <a16:creationId xmlns:a16="http://schemas.microsoft.com/office/drawing/2014/main" id="{E2A9A2EF-221C-01AB-0025-C71AD17DDEB7}"/>
              </a:ext>
            </a:extLst>
          </p:cNvPr>
          <p:cNvSpPr>
            <a:spLocks noChangeShapeType="1"/>
          </p:cNvSpPr>
          <p:nvPr/>
        </p:nvSpPr>
        <p:spPr bwMode="auto">
          <a:xfrm rot="-2172376">
            <a:off x="3940175" y="2289175"/>
            <a:ext cx="1738313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7" name="Line 35">
            <a:extLst>
              <a:ext uri="{FF2B5EF4-FFF2-40B4-BE49-F238E27FC236}">
                <a16:creationId xmlns:a16="http://schemas.microsoft.com/office/drawing/2014/main" id="{F69163D0-A498-CCD0-8358-363F14D2B324}"/>
              </a:ext>
            </a:extLst>
          </p:cNvPr>
          <p:cNvSpPr>
            <a:spLocks noChangeShapeType="1"/>
          </p:cNvSpPr>
          <p:nvPr/>
        </p:nvSpPr>
        <p:spPr bwMode="auto">
          <a:xfrm rot="2643648" flipV="1">
            <a:off x="4897438" y="1960563"/>
            <a:ext cx="8763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23268" name="Text Box 36">
            <a:extLst>
              <a:ext uri="{FF2B5EF4-FFF2-40B4-BE49-F238E27FC236}">
                <a16:creationId xmlns:a16="http://schemas.microsoft.com/office/drawing/2014/main" id="{58FD38DC-A55B-7542-43DE-7B7508795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59250"/>
            <a:ext cx="777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GML = Generalized Markup Language, IBM, 1969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69" name="Text Box 37">
            <a:extLst>
              <a:ext uri="{FF2B5EF4-FFF2-40B4-BE49-F238E27FC236}">
                <a16:creationId xmlns:a16="http://schemas.microsoft.com/office/drawing/2014/main" id="{32C3312D-C58C-43C8-58BF-384F03171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40250"/>
            <a:ext cx="777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SGML = Standard Generalized Markup Language, ISO 7786, 1978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70" name="Text Box 38">
            <a:extLst>
              <a:ext uri="{FF2B5EF4-FFF2-40B4-BE49-F238E27FC236}">
                <a16:creationId xmlns:a16="http://schemas.microsoft.com/office/drawing/2014/main" id="{091F437F-A42F-FF59-B01C-3E5667E81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921250"/>
            <a:ext cx="777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HTML = HyperText Markup Language, 1992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  <p:sp>
        <p:nvSpPr>
          <p:cNvPr id="223271" name="Text Box 39">
            <a:extLst>
              <a:ext uri="{FF2B5EF4-FFF2-40B4-BE49-F238E27FC236}">
                <a16:creationId xmlns:a16="http://schemas.microsoft.com/office/drawing/2014/main" id="{E7F646A4-8A83-A041-D713-1F0A70DAA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02250"/>
            <a:ext cx="7772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XML = eXtensible Markup Language, 1997</a:t>
            </a:r>
            <a:endParaRPr lang="en-GB" altLang="nl-NL" sz="16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51" name="Rectangle 11">
            <a:extLst>
              <a:ext uri="{FF2B5EF4-FFF2-40B4-BE49-F238E27FC236}">
                <a16:creationId xmlns:a16="http://schemas.microsoft.com/office/drawing/2014/main" id="{29D09AA3-567D-3714-6C27-58D3E81B2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nl-NL" sz="2000">
                <a:solidFill>
                  <a:schemeClr val="bg1"/>
                </a:solidFill>
              </a:rPr>
              <a:t>XML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DTD / XML schema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XSLT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NameSpace</a:t>
            </a:r>
            <a:r>
              <a:rPr lang="nl-NL" altLang="nl-NL" sz="2000">
                <a:solidFill>
                  <a:schemeClr val="tx1"/>
                </a:solidFill>
              </a:rPr>
              <a:t> - vastlegging van vocabulaire van een bepaald interessegebied (community)</a:t>
            </a:r>
          </a:p>
          <a:p>
            <a:endParaRPr lang="nl-NL" altLang="nl-NL" sz="2000">
              <a:solidFill>
                <a:schemeClr val="tx1"/>
              </a:solidFill>
            </a:endParaRPr>
          </a:p>
          <a:p>
            <a:endParaRPr lang="en-GB" altLang="nl-NL" sz="2000">
              <a:solidFill>
                <a:schemeClr val="tx1"/>
              </a:solidFill>
            </a:endParaRPr>
          </a:p>
        </p:txBody>
      </p:sp>
      <p:sp>
        <p:nvSpPr>
          <p:cNvPr id="445450" name="Rectangle 10">
            <a:extLst>
              <a:ext uri="{FF2B5EF4-FFF2-40B4-BE49-F238E27FC236}">
                <a16:creationId xmlns:a16="http://schemas.microsoft.com/office/drawing/2014/main" id="{87A4C081-9FFE-7127-BA32-BA8BCC3BA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nl-NL" sz="2000">
                <a:solidFill>
                  <a:schemeClr val="bg1"/>
                </a:solidFill>
              </a:rPr>
              <a:t>XML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DTD / XML schema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XSLT</a:t>
            </a:r>
            <a:r>
              <a:rPr lang="nl-NL" altLang="nl-NL" sz="2000">
                <a:solidFill>
                  <a:schemeClr val="tx1"/>
                </a:solidFill>
              </a:rPr>
              <a:t> - Stylesheet taal waarmee XML-files omgezet worden naar andere structuur, vormgeving of toepassing</a:t>
            </a:r>
          </a:p>
          <a:p>
            <a:endParaRPr lang="en-GB" altLang="nl-NL" sz="2000">
              <a:solidFill>
                <a:schemeClr val="tx1"/>
              </a:solidFill>
            </a:endParaRPr>
          </a:p>
        </p:txBody>
      </p:sp>
      <p:sp>
        <p:nvSpPr>
          <p:cNvPr id="445449" name="Rectangle 9">
            <a:extLst>
              <a:ext uri="{FF2B5EF4-FFF2-40B4-BE49-F238E27FC236}">
                <a16:creationId xmlns:a16="http://schemas.microsoft.com/office/drawing/2014/main" id="{9CDB6808-00F4-23C4-8FA6-951C6F63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nl-NL" sz="2000">
                <a:solidFill>
                  <a:schemeClr val="bg1"/>
                </a:solidFill>
              </a:rPr>
              <a:t>XML 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bg1"/>
                </a:solidFill>
              </a:rPr>
              <a:t>DTD / XML schema</a:t>
            </a:r>
            <a:r>
              <a:rPr lang="nl-NL" altLang="nl-NL" sz="2000">
                <a:solidFill>
                  <a:schemeClr val="tx1"/>
                </a:solidFill>
              </a:rPr>
              <a:t> - regels over de structuur van informatie</a:t>
            </a:r>
          </a:p>
          <a:p>
            <a:pPr>
              <a:buFontTx/>
              <a:buNone/>
            </a:pPr>
            <a:r>
              <a:rPr lang="nl-NL" altLang="nl-NL" sz="2000">
                <a:solidFill>
                  <a:schemeClr val="bg1"/>
                </a:solidFill>
              </a:rPr>
              <a:t>(community)</a:t>
            </a: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en-GB" altLang="nl-NL"/>
          </a:p>
        </p:txBody>
      </p:sp>
      <p:sp>
        <p:nvSpPr>
          <p:cNvPr id="445442" name="Rectangle 2">
            <a:extLst>
              <a:ext uri="{FF2B5EF4-FFF2-40B4-BE49-F238E27FC236}">
                <a16:creationId xmlns:a16="http://schemas.microsoft.com/office/drawing/2014/main" id="{BA39B97B-41CB-851A-4C52-A440D1507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Terminologie</a:t>
            </a:r>
            <a:endParaRPr lang="en-GB" altLang="nl-NL"/>
          </a:p>
        </p:txBody>
      </p:sp>
      <p:sp>
        <p:nvSpPr>
          <p:cNvPr id="445448" name="Rectangle 8">
            <a:extLst>
              <a:ext uri="{FF2B5EF4-FFF2-40B4-BE49-F238E27FC236}">
                <a16:creationId xmlns:a16="http://schemas.microsoft.com/office/drawing/2014/main" id="{B5241080-DC05-426B-2500-B33EFB86D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nl-NL" sz="2000">
                <a:solidFill>
                  <a:schemeClr val="bg1"/>
                </a:solidFill>
              </a:rPr>
              <a:t>XML </a:t>
            </a:r>
            <a:r>
              <a:rPr lang="nl-NL" altLang="nl-NL" sz="2000">
                <a:solidFill>
                  <a:schemeClr val="tx1"/>
                </a:solidFill>
              </a:rPr>
              <a:t>- Eenvoudige syntax om informatie herkenbaar te maken voor applicaties en machines</a:t>
            </a:r>
            <a:endParaRPr lang="nl-NL" altLang="nl-NL" sz="2000">
              <a:solidFill>
                <a:schemeClr val="bg1"/>
              </a:solidFill>
            </a:endParaRPr>
          </a:p>
          <a:p>
            <a:endParaRPr lang="en-GB" altLang="nl-NL"/>
          </a:p>
        </p:txBody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A22ED3BA-9F04-550B-9122-7E7377F98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altLang="nl-NL" sz="2000">
                <a:solidFill>
                  <a:schemeClr val="tx1"/>
                </a:solidFill>
              </a:rPr>
              <a:t>XML </a:t>
            </a:r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tx1"/>
                </a:solidFill>
              </a:rPr>
              <a:t>DTD / XML schema </a:t>
            </a:r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tx1"/>
              </a:solidFill>
            </a:endParaRPr>
          </a:p>
          <a:p>
            <a:r>
              <a:rPr lang="nl-NL" altLang="nl-NL" sz="2000">
                <a:solidFill>
                  <a:schemeClr val="tx1"/>
                </a:solidFill>
              </a:rPr>
              <a:t>XSLT </a:t>
            </a:r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endParaRPr lang="nl-NL" altLang="nl-NL" sz="2000">
              <a:solidFill>
                <a:schemeClr val="bg1"/>
              </a:solidFill>
            </a:endParaRPr>
          </a:p>
          <a:p>
            <a:r>
              <a:rPr lang="nl-NL" altLang="nl-NL" sz="2000">
                <a:solidFill>
                  <a:schemeClr val="tx1"/>
                </a:solidFill>
              </a:rPr>
              <a:t>NameSpace</a:t>
            </a:r>
            <a:endParaRPr lang="en-GB" alt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1" grpId="0" autoUpdateAnimBg="0"/>
      <p:bldP spid="445450" grpId="0" autoUpdateAnimBg="0"/>
      <p:bldP spid="445449" grpId="0" autoUpdateAnimBg="0"/>
      <p:bldP spid="44544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13" name="Rectangle 9">
            <a:extLst>
              <a:ext uri="{FF2B5EF4-FFF2-40B4-BE49-F238E27FC236}">
                <a16:creationId xmlns:a16="http://schemas.microsoft.com/office/drawing/2014/main" id="{C37A286C-4626-BBB5-6514-44D20C004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8153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XML Parser</a:t>
            </a: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XSLT Processor</a:t>
            </a: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nl-NL" altLang="nl-NL" sz="2000">
                <a:solidFill>
                  <a:schemeClr val="bg1"/>
                </a:solidFill>
              </a:rPr>
              <a:t>XML editor</a:t>
            </a:r>
            <a:br>
              <a:rPr lang="nl-NL" altLang="nl-NL" sz="2000">
                <a:solidFill>
                  <a:schemeClr val="bg1"/>
                </a:solidFill>
              </a:rPr>
            </a:br>
            <a:r>
              <a:rPr lang="nl-NL" altLang="nl-NL" sz="2000">
                <a:solidFill>
                  <a:schemeClr val="tx1"/>
                </a:solidFill>
              </a:rPr>
              <a:t>Tool om XML-documenten (evt. Ook schema’s en stylesheets) mee te creëren en te valideren</a:t>
            </a:r>
            <a:br>
              <a:rPr lang="nl-NL" altLang="nl-NL" sz="2000">
                <a:solidFill>
                  <a:schemeClr val="tx1"/>
                </a:solidFill>
              </a:rPr>
            </a:br>
            <a:r>
              <a:rPr lang="nl-NL" altLang="nl-NL" sz="2000">
                <a:solidFill>
                  <a:schemeClr val="tx1"/>
                </a:solidFill>
              </a:rPr>
              <a:t>(in de meeste gevallen zijn een XML-parser en een XSLT-processor ingebouwd in een XML-editor. Voorbeeld: XML Spy)</a:t>
            </a:r>
            <a:r>
              <a:rPr lang="nl-NL" altLang="nl-NL" sz="2000"/>
              <a:t> </a:t>
            </a:r>
          </a:p>
          <a:p>
            <a:pPr>
              <a:lnSpc>
                <a:spcPct val="90000"/>
              </a:lnSpc>
            </a:pPr>
            <a:endParaRPr lang="nl-NL" altLang="nl-NL" sz="2000"/>
          </a:p>
          <a:p>
            <a:pPr>
              <a:lnSpc>
                <a:spcPct val="90000"/>
              </a:lnSpc>
            </a:pPr>
            <a:endParaRPr lang="en-GB" altLang="nl-NL"/>
          </a:p>
        </p:txBody>
      </p:sp>
      <p:sp>
        <p:nvSpPr>
          <p:cNvPr id="456706" name="Rectangle 2">
            <a:extLst>
              <a:ext uri="{FF2B5EF4-FFF2-40B4-BE49-F238E27FC236}">
                <a16:creationId xmlns:a16="http://schemas.microsoft.com/office/drawing/2014/main" id="{E4B2ED36-85EA-8726-F747-5C5A132F3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XML-Tools</a:t>
            </a:r>
            <a:endParaRPr lang="en-GB" altLang="nl-NL"/>
          </a:p>
        </p:txBody>
      </p:sp>
      <p:sp>
        <p:nvSpPr>
          <p:cNvPr id="456709" name="Rectangle 5">
            <a:extLst>
              <a:ext uri="{FF2B5EF4-FFF2-40B4-BE49-F238E27FC236}">
                <a16:creationId xmlns:a16="http://schemas.microsoft.com/office/drawing/2014/main" id="{AE88843C-8C2A-D27F-8945-6F5DC1C02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8153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XML Parser</a:t>
            </a:r>
            <a:br>
              <a:rPr lang="en-US" altLang="nl-NL" sz="2000">
                <a:solidFill>
                  <a:schemeClr val="bg1"/>
                </a:solidFill>
              </a:rPr>
            </a:br>
            <a:br>
              <a:rPr lang="nl-NL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nl-NL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XSLT Processor</a:t>
            </a:r>
            <a:br>
              <a:rPr lang="en-US" altLang="nl-NL" sz="2000">
                <a:solidFill>
                  <a:schemeClr val="bg1"/>
                </a:solidFill>
              </a:rPr>
            </a:br>
            <a:r>
              <a:rPr lang="en-US" altLang="nl-NL" sz="2000">
                <a:solidFill>
                  <a:schemeClr val="tx1"/>
                </a:solidFill>
              </a:rPr>
              <a:t>Tool om een XML-document en een XSLT-</a:t>
            </a:r>
            <a:r>
              <a:rPr lang="nl-NL" altLang="nl-NL" sz="2000">
                <a:solidFill>
                  <a:schemeClr val="tx1"/>
                </a:solidFill>
              </a:rPr>
              <a:t>Stylesheet om te zetten naar andere structuur, vormgeving of toepassing</a:t>
            </a: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nl-NL" altLang="nl-NL" sz="2000">
                <a:solidFill>
                  <a:schemeClr val="bg1"/>
                </a:solidFill>
              </a:rPr>
              <a:t>XML editor</a:t>
            </a:r>
            <a:br>
              <a:rPr lang="nl-NL" altLang="nl-NL" sz="2000">
                <a:solidFill>
                  <a:schemeClr val="bg1"/>
                </a:solidFill>
              </a:rPr>
            </a:br>
            <a:r>
              <a:rPr lang="nl-NL" altLang="nl-NL" sz="2000"/>
              <a:t> </a:t>
            </a:r>
          </a:p>
          <a:p>
            <a:pPr>
              <a:lnSpc>
                <a:spcPct val="90000"/>
              </a:lnSpc>
            </a:pPr>
            <a:endParaRPr lang="nl-NL" altLang="nl-NL" sz="2000"/>
          </a:p>
          <a:p>
            <a:pPr>
              <a:lnSpc>
                <a:spcPct val="90000"/>
              </a:lnSpc>
            </a:pPr>
            <a:endParaRPr lang="en-GB" altLang="nl-NL"/>
          </a:p>
        </p:txBody>
      </p:sp>
      <p:sp>
        <p:nvSpPr>
          <p:cNvPr id="456710" name="Rectangle 6">
            <a:extLst>
              <a:ext uri="{FF2B5EF4-FFF2-40B4-BE49-F238E27FC236}">
                <a16:creationId xmlns:a16="http://schemas.microsoft.com/office/drawing/2014/main" id="{8F529A74-659B-E147-4EE4-23E88E4EF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7315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XML Parser</a:t>
            </a:r>
            <a:br>
              <a:rPr lang="en-US" altLang="nl-NL" sz="2000">
                <a:solidFill>
                  <a:schemeClr val="bg1"/>
                </a:solidFill>
              </a:rPr>
            </a:br>
            <a:r>
              <a:rPr lang="nl-NL" altLang="nl-NL" sz="2000">
                <a:solidFill>
                  <a:schemeClr val="tx1"/>
                </a:solidFill>
              </a:rPr>
              <a:t>Tool om de informatie uit XML-documenten te interpreteren (bijvoorbeeld well-formed, valid)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bg1"/>
                </a:solidFill>
              </a:rPr>
              <a:t>XSLT Processor</a:t>
            </a:r>
            <a:br>
              <a:rPr lang="en-US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/>
          </a:p>
          <a:p>
            <a:pPr>
              <a:lnSpc>
                <a:spcPct val="90000"/>
              </a:lnSpc>
            </a:pPr>
            <a:endParaRPr lang="nl-NL" altLang="nl-NL" sz="2000"/>
          </a:p>
          <a:p>
            <a:pPr>
              <a:lnSpc>
                <a:spcPct val="90000"/>
              </a:lnSpc>
            </a:pPr>
            <a:endParaRPr lang="en-GB" altLang="nl-NL"/>
          </a:p>
        </p:txBody>
      </p:sp>
      <p:sp>
        <p:nvSpPr>
          <p:cNvPr id="456711" name="Rectangle 7">
            <a:extLst>
              <a:ext uri="{FF2B5EF4-FFF2-40B4-BE49-F238E27FC236}">
                <a16:creationId xmlns:a16="http://schemas.microsoft.com/office/drawing/2014/main" id="{1C6349D2-9950-9051-D5FE-85E35DF96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5913"/>
            <a:ext cx="2743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tx1"/>
                </a:solidFill>
              </a:rPr>
              <a:t>XML-Parser</a:t>
            </a: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 sz="2000">
                <a:solidFill>
                  <a:schemeClr val="tx1"/>
                </a:solidFill>
              </a:rPr>
              <a:t>XSLT-Processor</a:t>
            </a: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br>
              <a:rPr lang="en-US" altLang="nl-NL" sz="2000">
                <a:solidFill>
                  <a:schemeClr val="bg1"/>
                </a:solidFill>
              </a:rPr>
            </a:b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nl-NL" altLang="nl-NL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nl-NL" altLang="nl-NL" sz="2000">
                <a:solidFill>
                  <a:schemeClr val="tx1"/>
                </a:solidFill>
              </a:rPr>
              <a:t>XML-editor</a:t>
            </a:r>
            <a:br>
              <a:rPr lang="nl-NL" altLang="nl-NL" sz="2000">
                <a:solidFill>
                  <a:schemeClr val="tx1"/>
                </a:solidFill>
              </a:rPr>
            </a:br>
            <a:r>
              <a:rPr lang="nl-NL" altLang="nl-NL" sz="2000"/>
              <a:t> </a:t>
            </a:r>
          </a:p>
          <a:p>
            <a:pPr>
              <a:lnSpc>
                <a:spcPct val="90000"/>
              </a:lnSpc>
            </a:pPr>
            <a:endParaRPr lang="nl-NL" altLang="nl-NL" sz="2000"/>
          </a:p>
          <a:p>
            <a:pPr>
              <a:lnSpc>
                <a:spcPct val="90000"/>
              </a:lnSpc>
            </a:pPr>
            <a:endParaRPr lang="en-GB" alt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3" grpId="0" autoUpdateAnimBg="0"/>
      <p:bldP spid="456709" grpId="0" autoUpdateAnimBg="0"/>
      <p:bldP spid="45671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1026">
            <a:extLst>
              <a:ext uri="{FF2B5EF4-FFF2-40B4-BE49-F238E27FC236}">
                <a16:creationId xmlns:a16="http://schemas.microsoft.com/office/drawing/2014/main" id="{A6D18833-9652-F8CB-23DE-4844D4B66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van XML</a:t>
            </a:r>
            <a:endParaRPr lang="en-GB" altLang="nl-NL"/>
          </a:p>
        </p:txBody>
      </p:sp>
      <p:sp>
        <p:nvSpPr>
          <p:cNvPr id="446467" name="Rectangle 1027">
            <a:extLst>
              <a:ext uri="{FF2B5EF4-FFF2-40B4-BE49-F238E27FC236}">
                <a16:creationId xmlns:a16="http://schemas.microsoft.com/office/drawing/2014/main" id="{2F4355A4-32F3-DE4E-DB6D-C06AC8D83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066800"/>
            <a:ext cx="7467600" cy="3429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&lt;?xml version="1.0" encoding="UTF-8"?&gt;</a:t>
            </a:r>
          </a:p>
          <a:p>
            <a:pPr>
              <a:buFontTx/>
              <a:buNone/>
            </a:pPr>
            <a:endParaRPr lang="en-US" altLang="nl-NL" sz="140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&lt;CV salarisnummer="12345" auteur=" X. Lacheman " documentdatum="2002-08-08"&gt;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&lt;persoonlijke_gegevens&gt;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&lt;naam&gt;Xantippe Marcus Lacheman&lt;/naam&gt;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&lt;adres&gt;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&lt;straat&gt;Vonderweg&lt;/straat&gt;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&lt;huisnummer&gt;11&lt;/huisnummer&gt;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&lt;postcode&gt;5611 BK&lt;/postcode&gt;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&lt;woonplaats&gt;Eindhoven&lt;/woonplaats&gt;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&lt;/adres&gt;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&lt;/persoonlijke_gegevens&gt;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&lt;/CV&gt;</a:t>
            </a:r>
          </a:p>
        </p:txBody>
      </p:sp>
      <p:grpSp>
        <p:nvGrpSpPr>
          <p:cNvPr id="446499" name="Group 1059">
            <a:extLst>
              <a:ext uri="{FF2B5EF4-FFF2-40B4-BE49-F238E27FC236}">
                <a16:creationId xmlns:a16="http://schemas.microsoft.com/office/drawing/2014/main" id="{145F3B8C-C310-7C0F-D61F-A392912818E7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371600"/>
            <a:ext cx="4040188" cy="304800"/>
            <a:chOff x="1440" y="864"/>
            <a:chExt cx="2545" cy="192"/>
          </a:xfrm>
        </p:grpSpPr>
        <p:sp>
          <p:nvSpPr>
            <p:cNvPr id="446468" name="Line 1028">
              <a:extLst>
                <a:ext uri="{FF2B5EF4-FFF2-40B4-BE49-F238E27FC236}">
                  <a16:creationId xmlns:a16="http://schemas.microsoft.com/office/drawing/2014/main" id="{C0C4ACF8-655E-A6EE-9E0D-1FCE2FEC4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960"/>
              <a:ext cx="0" cy="96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69" name="Line 1029">
              <a:extLst>
                <a:ext uri="{FF2B5EF4-FFF2-40B4-BE49-F238E27FC236}">
                  <a16:creationId xmlns:a16="http://schemas.microsoft.com/office/drawing/2014/main" id="{427273DB-C726-0206-B057-DFADC8A37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960"/>
              <a:ext cx="2496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0" name="Line 1030">
              <a:extLst>
                <a:ext uri="{FF2B5EF4-FFF2-40B4-BE49-F238E27FC236}">
                  <a16:creationId xmlns:a16="http://schemas.microsoft.com/office/drawing/2014/main" id="{A9D2F1EC-EF8C-B454-012D-7708598A3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0"/>
              <a:ext cx="0" cy="96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1" name="Line 1031">
              <a:extLst>
                <a:ext uri="{FF2B5EF4-FFF2-40B4-BE49-F238E27FC236}">
                  <a16:creationId xmlns:a16="http://schemas.microsoft.com/office/drawing/2014/main" id="{AF19DA39-A4FA-6820-EDCD-24BFC7AD5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960"/>
              <a:ext cx="0" cy="96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2" name="Oval 1032">
              <a:extLst>
                <a:ext uri="{FF2B5EF4-FFF2-40B4-BE49-F238E27FC236}">
                  <a16:creationId xmlns:a16="http://schemas.microsoft.com/office/drawing/2014/main" id="{B8D5A0D8-5843-4501-EABC-499C182D4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864"/>
              <a:ext cx="145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EF811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nl-NL" sz="1400"/>
                <a:t>3</a:t>
              </a:r>
              <a:endParaRPr lang="en-US" altLang="nl-NL" sz="1600"/>
            </a:p>
          </p:txBody>
        </p:sp>
      </p:grpSp>
      <p:grpSp>
        <p:nvGrpSpPr>
          <p:cNvPr id="446494" name="Group 1054">
            <a:extLst>
              <a:ext uri="{FF2B5EF4-FFF2-40B4-BE49-F238E27FC236}">
                <a16:creationId xmlns:a16="http://schemas.microsoft.com/office/drawing/2014/main" id="{11C8E623-2921-587D-5BC6-687C60B228E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066800"/>
            <a:ext cx="1220788" cy="228600"/>
            <a:chOff x="2880" y="672"/>
            <a:chExt cx="769" cy="144"/>
          </a:xfrm>
        </p:grpSpPr>
        <p:sp>
          <p:nvSpPr>
            <p:cNvPr id="446473" name="Line 1033">
              <a:extLst>
                <a:ext uri="{FF2B5EF4-FFF2-40B4-BE49-F238E27FC236}">
                  <a16:creationId xmlns:a16="http://schemas.microsoft.com/office/drawing/2014/main" id="{B14F041C-6A49-4607-57F8-4DBDC898E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768"/>
              <a:ext cx="672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4" name="Oval 1034">
              <a:extLst>
                <a:ext uri="{FF2B5EF4-FFF2-40B4-BE49-F238E27FC236}">
                  <a16:creationId xmlns:a16="http://schemas.microsoft.com/office/drawing/2014/main" id="{EE8B34D5-BC98-0C87-52D6-4BDCA12E8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672"/>
              <a:ext cx="145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EF811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nl-NL" sz="1400"/>
                <a:t>1</a:t>
              </a:r>
              <a:endParaRPr lang="en-US" altLang="nl-NL" sz="1600"/>
            </a:p>
          </p:txBody>
        </p:sp>
      </p:grpSp>
      <p:sp>
        <p:nvSpPr>
          <p:cNvPr id="446486" name="Text Box 1046">
            <a:extLst>
              <a:ext uri="{FF2B5EF4-FFF2-40B4-BE49-F238E27FC236}">
                <a16:creationId xmlns:a16="http://schemas.microsoft.com/office/drawing/2014/main" id="{F412316F-362C-ADD2-91C5-CFA51E80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48200"/>
            <a:ext cx="75438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2. Elementen (&lt;CV&gt;, &lt;persoonlijke_gegevens&gt;, &lt;naam&gt;, &lt;adres&gt;,…etc.)</a:t>
            </a:r>
            <a:br>
              <a:rPr lang="en-US" altLang="nl-NL" sz="1600" b="1">
                <a:latin typeface="Arial" panose="020B0604020202020204" pitchFamily="34" charset="0"/>
              </a:rPr>
            </a:br>
            <a:r>
              <a:rPr lang="en-US" altLang="nl-NL" sz="1600" b="1">
                <a:latin typeface="Arial" panose="020B0604020202020204" pitchFamily="34" charset="0"/>
              </a:rPr>
              <a:t>    Begin- &amp; eind tag (&lt;&gt; en &lt;/&gt; voor elk element)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3. Attributen (salarisnummer, auteur, documentdatum)</a:t>
            </a:r>
          </a:p>
        </p:txBody>
      </p:sp>
      <p:sp>
        <p:nvSpPr>
          <p:cNvPr id="446491" name="Text Box 1051">
            <a:extLst>
              <a:ext uri="{FF2B5EF4-FFF2-40B4-BE49-F238E27FC236}">
                <a16:creationId xmlns:a16="http://schemas.microsoft.com/office/drawing/2014/main" id="{BA34B0F5-C88C-8A14-19B6-17E8C521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48200"/>
            <a:ext cx="75438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2. Elementen (&lt;CV&gt;, &lt;persoonlijke_gegevens&gt;, &lt;naam&gt;, &lt;adres&gt;,…etc.)</a:t>
            </a:r>
            <a:br>
              <a:rPr lang="en-US" altLang="nl-NL" sz="1600" b="1">
                <a:latin typeface="Arial" panose="020B0604020202020204" pitchFamily="34" charset="0"/>
              </a:rPr>
            </a:br>
            <a:r>
              <a:rPr lang="en-US" altLang="nl-NL" sz="1600" b="1">
                <a:latin typeface="Arial" panose="020B0604020202020204" pitchFamily="34" charset="0"/>
              </a:rPr>
              <a:t>    Begin- &amp; eind tag (&lt;&gt; en &lt;/&gt; voor elk element)</a:t>
            </a:r>
          </a:p>
        </p:txBody>
      </p:sp>
      <p:sp>
        <p:nvSpPr>
          <p:cNvPr id="446492" name="Text Box 1052">
            <a:extLst>
              <a:ext uri="{FF2B5EF4-FFF2-40B4-BE49-F238E27FC236}">
                <a16:creationId xmlns:a16="http://schemas.microsoft.com/office/drawing/2014/main" id="{32340D7B-53F0-FCF8-CBDC-D28A9CC55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648200"/>
            <a:ext cx="7543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</p:txBody>
      </p:sp>
      <p:grpSp>
        <p:nvGrpSpPr>
          <p:cNvPr id="446500" name="Group 1060">
            <a:extLst>
              <a:ext uri="{FF2B5EF4-FFF2-40B4-BE49-F238E27FC236}">
                <a16:creationId xmlns:a16="http://schemas.microsoft.com/office/drawing/2014/main" id="{CCE4E2CA-FB4B-1A0D-15CA-BEF73CA30F6F}"/>
              </a:ext>
            </a:extLst>
          </p:cNvPr>
          <p:cNvGrpSpPr>
            <a:grpSpLocks/>
          </p:cNvGrpSpPr>
          <p:nvPr/>
        </p:nvGrpSpPr>
        <p:grpSpPr bwMode="auto">
          <a:xfrm>
            <a:off x="608013" y="1752600"/>
            <a:ext cx="2287587" cy="2514600"/>
            <a:chOff x="383" y="1104"/>
            <a:chExt cx="1441" cy="1584"/>
          </a:xfrm>
        </p:grpSpPr>
        <p:sp>
          <p:nvSpPr>
            <p:cNvPr id="446475" name="Line 1035">
              <a:extLst>
                <a:ext uri="{FF2B5EF4-FFF2-40B4-BE49-F238E27FC236}">
                  <a16:creationId xmlns:a16="http://schemas.microsoft.com/office/drawing/2014/main" id="{60AF0D46-311B-AF25-6C63-0A07529C5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" y="1568"/>
              <a:ext cx="776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6" name="Line 1036">
              <a:extLst>
                <a:ext uri="{FF2B5EF4-FFF2-40B4-BE49-F238E27FC236}">
                  <a16:creationId xmlns:a16="http://schemas.microsoft.com/office/drawing/2014/main" id="{793C0429-90F7-D136-32E6-185EF230F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48"/>
              <a:ext cx="0" cy="672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7" name="Line 1037">
              <a:extLst>
                <a:ext uri="{FF2B5EF4-FFF2-40B4-BE49-F238E27FC236}">
                  <a16:creationId xmlns:a16="http://schemas.microsoft.com/office/drawing/2014/main" id="{07268142-102B-B840-BF20-258EF7918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48"/>
              <a:ext cx="48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8" name="Line 1038">
              <a:extLst>
                <a:ext uri="{FF2B5EF4-FFF2-40B4-BE49-F238E27FC236}">
                  <a16:creationId xmlns:a16="http://schemas.microsoft.com/office/drawing/2014/main" id="{FB763199-CC09-E377-7C04-A33B5517F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16"/>
              <a:ext cx="384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79" name="Line 1039">
              <a:extLst>
                <a:ext uri="{FF2B5EF4-FFF2-40B4-BE49-F238E27FC236}">
                  <a16:creationId xmlns:a16="http://schemas.microsoft.com/office/drawing/2014/main" id="{BDDB6C2E-1800-E222-DE93-CB9F99954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736"/>
              <a:ext cx="960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80" name="Line 1040">
              <a:extLst>
                <a:ext uri="{FF2B5EF4-FFF2-40B4-BE49-F238E27FC236}">
                  <a16:creationId xmlns:a16="http://schemas.microsoft.com/office/drawing/2014/main" id="{25489E99-ACF5-36AD-6B02-1ABB84D02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96"/>
              <a:ext cx="960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82" name="Line 1042">
              <a:extLst>
                <a:ext uri="{FF2B5EF4-FFF2-40B4-BE49-F238E27FC236}">
                  <a16:creationId xmlns:a16="http://schemas.microsoft.com/office/drawing/2014/main" id="{7AEC291D-7C4C-18D9-E569-BEA80EFCC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104"/>
              <a:ext cx="0" cy="1584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83" name="Line 1043">
              <a:extLst>
                <a:ext uri="{FF2B5EF4-FFF2-40B4-BE49-F238E27FC236}">
                  <a16:creationId xmlns:a16="http://schemas.microsoft.com/office/drawing/2014/main" id="{A29B650A-B23A-D34D-16C8-AA45B2524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192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85" name="Line 1045">
              <a:extLst>
                <a:ext uri="{FF2B5EF4-FFF2-40B4-BE49-F238E27FC236}">
                  <a16:creationId xmlns:a16="http://schemas.microsoft.com/office/drawing/2014/main" id="{BC6DFE1F-C023-F24B-A7D1-5D729336F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104"/>
              <a:ext cx="192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46481" name="Oval 1041">
              <a:extLst>
                <a:ext uri="{FF2B5EF4-FFF2-40B4-BE49-F238E27FC236}">
                  <a16:creationId xmlns:a16="http://schemas.microsoft.com/office/drawing/2014/main" id="{15D4979B-B540-7182-FAA0-14CEEF18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" y="1392"/>
              <a:ext cx="145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EF811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nl-NL" sz="1400"/>
                <a:t>2</a:t>
              </a:r>
              <a:endParaRPr lang="en-US" altLang="nl-NL" sz="1600"/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4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4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4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86" grpId="0" autoUpdateAnimBg="0"/>
      <p:bldP spid="446491" grpId="0" autoUpdateAnimBg="0"/>
      <p:bldP spid="44649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49" name="Rectangle 21">
            <a:extLst>
              <a:ext uri="{FF2B5EF4-FFF2-40B4-BE49-F238E27FC236}">
                <a16:creationId xmlns:a16="http://schemas.microsoft.com/office/drawing/2014/main" id="{8E32FB99-777F-5D1A-ADC7-01D9B4F3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3" y="1065213"/>
            <a:ext cx="7467600" cy="36591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&lt;?xml version="1.0" encoding="UTF-8"?&gt;</a:t>
            </a:r>
          </a:p>
          <a:p>
            <a:pPr>
              <a:buFontTx/>
              <a:buNone/>
            </a:pPr>
            <a:endParaRPr lang="en-US" altLang="nl-NL" sz="14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&lt;Weerrapport datum="2003-06-10"&gt;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&lt;Station naam=“Terschelling”&gt;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&lt;Weersgegevens weertype=“licht-bewolkt”&gt;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&lt;Temperatuur eenheid=“Celsius”&gt;19.2&lt;/Temperatuur&gt;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&lt;Wind richting=“N.O.”&gt;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	&lt;Snelheid eenheid=“m/sec”&gt;5&lt;/Snelheid&gt;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&lt;/Wind&gt;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&lt;Zicht eenheid=“m”&gt;1000&lt;/Zicht&gt;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	&lt;Druk eenheid=“hPa”&gt;1013&lt;/Druk&gt;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	&lt;/Weersgegevens&gt;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	&lt;/Station&gt;</a:t>
            </a:r>
          </a:p>
          <a:p>
            <a:pPr>
              <a:buFontTx/>
              <a:buNone/>
            </a:pPr>
            <a:r>
              <a:rPr lang="en-US" altLang="nl-NL" sz="1400">
                <a:solidFill>
                  <a:schemeClr val="tx1"/>
                </a:solidFill>
              </a:rPr>
              <a:t>&lt;/Weerrapport&gt;</a:t>
            </a:r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07070D46-5C11-B51D-5FDA-0448DA4B8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van XML</a:t>
            </a:r>
            <a:endParaRPr lang="en-GB" altLang="nl-NL"/>
          </a:p>
        </p:txBody>
      </p:sp>
      <p:grpSp>
        <p:nvGrpSpPr>
          <p:cNvPr id="457753" name="Group 25">
            <a:extLst>
              <a:ext uri="{FF2B5EF4-FFF2-40B4-BE49-F238E27FC236}">
                <a16:creationId xmlns:a16="http://schemas.microsoft.com/office/drawing/2014/main" id="{0C34B5C1-A01E-7F53-D536-A873A366C1F6}"/>
              </a:ext>
            </a:extLst>
          </p:cNvPr>
          <p:cNvGrpSpPr>
            <a:grpSpLocks/>
          </p:cNvGrpSpPr>
          <p:nvPr/>
        </p:nvGrpSpPr>
        <p:grpSpPr bwMode="auto">
          <a:xfrm>
            <a:off x="4605338" y="1074738"/>
            <a:ext cx="1220787" cy="228600"/>
            <a:chOff x="2880" y="672"/>
            <a:chExt cx="769" cy="144"/>
          </a:xfrm>
        </p:grpSpPr>
        <p:sp>
          <p:nvSpPr>
            <p:cNvPr id="457736" name="Line 8">
              <a:extLst>
                <a:ext uri="{FF2B5EF4-FFF2-40B4-BE49-F238E27FC236}">
                  <a16:creationId xmlns:a16="http://schemas.microsoft.com/office/drawing/2014/main" id="{40ADFEDC-536A-4EF3-88EF-500B27A72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768"/>
              <a:ext cx="672" cy="0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37" name="Oval 9">
              <a:extLst>
                <a:ext uri="{FF2B5EF4-FFF2-40B4-BE49-F238E27FC236}">
                  <a16:creationId xmlns:a16="http://schemas.microsoft.com/office/drawing/2014/main" id="{566DA05F-CF64-2100-A866-6AD18C0B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672"/>
              <a:ext cx="145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EF811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nl-NL" sz="1400"/>
                <a:t>1</a:t>
              </a:r>
              <a:endParaRPr lang="en-US" altLang="nl-NL" sz="1600"/>
            </a:p>
          </p:txBody>
        </p:sp>
      </p:grpSp>
      <p:grpSp>
        <p:nvGrpSpPr>
          <p:cNvPr id="457756" name="Group 28">
            <a:extLst>
              <a:ext uri="{FF2B5EF4-FFF2-40B4-BE49-F238E27FC236}">
                <a16:creationId xmlns:a16="http://schemas.microsoft.com/office/drawing/2014/main" id="{4B9A5F47-178B-01EE-D6DC-9BA64C85A37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727200"/>
            <a:ext cx="2400300" cy="2800350"/>
            <a:chOff x="336" y="1088"/>
            <a:chExt cx="1512" cy="1764"/>
          </a:xfrm>
        </p:grpSpPr>
        <p:sp>
          <p:nvSpPr>
            <p:cNvPr id="457738" name="Line 10">
              <a:extLst>
                <a:ext uri="{FF2B5EF4-FFF2-40B4-BE49-F238E27FC236}">
                  <a16:creationId xmlns:a16="http://schemas.microsoft.com/office/drawing/2014/main" id="{B6AAD130-9011-A0FB-FA44-778C24B6E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1556"/>
              <a:ext cx="968" cy="4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39" name="Line 11">
              <a:extLst>
                <a:ext uri="{FF2B5EF4-FFF2-40B4-BE49-F238E27FC236}">
                  <a16:creationId xmlns:a16="http://schemas.microsoft.com/office/drawing/2014/main" id="{54CA07FA-122F-C5B9-F865-056E3A3C1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248"/>
              <a:ext cx="0" cy="788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0" name="Line 12">
              <a:extLst>
                <a:ext uri="{FF2B5EF4-FFF2-40B4-BE49-F238E27FC236}">
                  <a16:creationId xmlns:a16="http://schemas.microsoft.com/office/drawing/2014/main" id="{59D63780-1383-4910-37A8-4A2E9A351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48"/>
              <a:ext cx="48" cy="0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1" name="Line 13">
              <a:extLst>
                <a:ext uri="{FF2B5EF4-FFF2-40B4-BE49-F238E27FC236}">
                  <a16:creationId xmlns:a16="http://schemas.microsoft.com/office/drawing/2014/main" id="{E8F9F669-C575-7F7F-11C5-2239E6CC3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" y="1400"/>
              <a:ext cx="412" cy="0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2" name="Line 14">
              <a:extLst>
                <a:ext uri="{FF2B5EF4-FFF2-40B4-BE49-F238E27FC236}">
                  <a16:creationId xmlns:a16="http://schemas.microsoft.com/office/drawing/2014/main" id="{F7455AB3-E7C5-32AB-3BF7-0F1AD37C7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716"/>
              <a:ext cx="980" cy="4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3" name="Line 15">
              <a:extLst>
                <a:ext uri="{FF2B5EF4-FFF2-40B4-BE49-F238E27FC236}">
                  <a16:creationId xmlns:a16="http://schemas.microsoft.com/office/drawing/2014/main" id="{4720A56D-522A-DFBF-BF19-FC8C59835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" y="2040"/>
              <a:ext cx="988" cy="4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4" name="Line 16">
              <a:extLst>
                <a:ext uri="{FF2B5EF4-FFF2-40B4-BE49-F238E27FC236}">
                  <a16:creationId xmlns:a16="http://schemas.microsoft.com/office/drawing/2014/main" id="{33744080-EC6C-1340-CD23-1B8A96319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088"/>
              <a:ext cx="4" cy="1764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5" name="Line 17">
              <a:extLst>
                <a:ext uri="{FF2B5EF4-FFF2-40B4-BE49-F238E27FC236}">
                  <a16:creationId xmlns:a16="http://schemas.microsoft.com/office/drawing/2014/main" id="{6B1BD322-EAA4-F8C7-1313-E39ADD59C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" y="2848"/>
              <a:ext cx="208" cy="0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6" name="Oval 18">
              <a:extLst>
                <a:ext uri="{FF2B5EF4-FFF2-40B4-BE49-F238E27FC236}">
                  <a16:creationId xmlns:a16="http://schemas.microsoft.com/office/drawing/2014/main" id="{45C09139-76B4-266F-D443-E903ADF0D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88"/>
              <a:ext cx="145" cy="1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nl-NL" sz="1400"/>
                <a:t>2</a:t>
              </a:r>
              <a:endParaRPr lang="en-US" altLang="nl-NL" sz="1600"/>
            </a:p>
          </p:txBody>
        </p:sp>
        <p:sp>
          <p:nvSpPr>
            <p:cNvPr id="457747" name="Line 19">
              <a:extLst>
                <a:ext uri="{FF2B5EF4-FFF2-40B4-BE49-F238E27FC236}">
                  <a16:creationId xmlns:a16="http://schemas.microsoft.com/office/drawing/2014/main" id="{A9DE2ED3-029C-8F1E-B911-5E6C2F77E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088"/>
              <a:ext cx="199" cy="0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57748" name="Line 20">
              <a:extLst>
                <a:ext uri="{FF2B5EF4-FFF2-40B4-BE49-F238E27FC236}">
                  <a16:creationId xmlns:a16="http://schemas.microsoft.com/office/drawing/2014/main" id="{DB351E1B-2A5F-D04C-0ACE-A355C29F1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1584"/>
              <a:ext cx="384" cy="0"/>
            </a:xfrm>
            <a:prstGeom prst="line">
              <a:avLst/>
            </a:prstGeom>
            <a:noFill/>
            <a:ln w="25400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nl-NL"/>
            </a:p>
          </p:txBody>
        </p:sp>
      </p:grpSp>
      <p:sp>
        <p:nvSpPr>
          <p:cNvPr id="457750" name="Text Box 22">
            <a:extLst>
              <a:ext uri="{FF2B5EF4-FFF2-40B4-BE49-F238E27FC236}">
                <a16:creationId xmlns:a16="http://schemas.microsoft.com/office/drawing/2014/main" id="{0AA17B8B-4F66-EB3E-091C-6CBA82E4C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81550"/>
            <a:ext cx="75438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2. Elementen (&lt;Weerrapport&gt;, &lt;Station&gt;, &lt;Weersgegevens&gt;, &lt;Wind&gt;,…etc.)</a:t>
            </a:r>
            <a:br>
              <a:rPr lang="en-US" altLang="nl-NL" sz="1600" b="1">
                <a:latin typeface="Arial" panose="020B0604020202020204" pitchFamily="34" charset="0"/>
              </a:rPr>
            </a:br>
            <a:r>
              <a:rPr lang="en-US" altLang="nl-NL" sz="1600" b="1">
                <a:latin typeface="Arial" panose="020B0604020202020204" pitchFamily="34" charset="0"/>
              </a:rPr>
              <a:t>    Begin- &amp; eind tag (&lt;&gt; en &lt;/&gt; voor elk element)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3. Attributen (datum, naam, weertype, eenheid, richting)</a:t>
            </a:r>
          </a:p>
        </p:txBody>
      </p:sp>
      <p:sp>
        <p:nvSpPr>
          <p:cNvPr id="457751" name="Text Box 23">
            <a:extLst>
              <a:ext uri="{FF2B5EF4-FFF2-40B4-BE49-F238E27FC236}">
                <a16:creationId xmlns:a16="http://schemas.microsoft.com/office/drawing/2014/main" id="{4562CFB4-6928-A372-8464-0F798ABE6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81550"/>
            <a:ext cx="75438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2. Elementen (&lt;Weerrapport&gt;, &lt;Station&gt;, &lt;Weersgegevens&gt;, &lt;Wind&gt;,…etc.)</a:t>
            </a:r>
            <a:br>
              <a:rPr lang="en-US" altLang="nl-NL" sz="1600" b="1">
                <a:latin typeface="Arial" panose="020B0604020202020204" pitchFamily="34" charset="0"/>
              </a:rPr>
            </a:br>
            <a:r>
              <a:rPr lang="en-US" altLang="nl-NL" sz="1600" b="1">
                <a:latin typeface="Arial" panose="020B0604020202020204" pitchFamily="34" charset="0"/>
              </a:rPr>
              <a:t>    Begin- &amp; eind tag (&lt;&gt; en &lt;/&gt; voor elk element)</a:t>
            </a:r>
          </a:p>
        </p:txBody>
      </p:sp>
      <p:sp>
        <p:nvSpPr>
          <p:cNvPr id="457752" name="Text Box 24">
            <a:extLst>
              <a:ext uri="{FF2B5EF4-FFF2-40B4-BE49-F238E27FC236}">
                <a16:creationId xmlns:a16="http://schemas.microsoft.com/office/drawing/2014/main" id="{CB40B267-C620-2486-9E30-CF1F84094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81550"/>
            <a:ext cx="7543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1600" b="1">
                <a:latin typeface="Arial" panose="020B0604020202020204" pitchFamily="34" charset="0"/>
              </a:rPr>
              <a:t>1. XML-declaratie (xml version, encoding)</a:t>
            </a:r>
          </a:p>
        </p:txBody>
      </p:sp>
      <p:grpSp>
        <p:nvGrpSpPr>
          <p:cNvPr id="457761" name="Group 33">
            <a:extLst>
              <a:ext uri="{FF2B5EF4-FFF2-40B4-BE49-F238E27FC236}">
                <a16:creationId xmlns:a16="http://schemas.microsoft.com/office/drawing/2014/main" id="{59476209-6BDB-81D6-7B7D-12C3AC204543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352550"/>
            <a:ext cx="3887788" cy="762000"/>
            <a:chOff x="1536" y="852"/>
            <a:chExt cx="2449" cy="480"/>
          </a:xfrm>
        </p:grpSpPr>
        <p:grpSp>
          <p:nvGrpSpPr>
            <p:cNvPr id="457754" name="Group 26">
              <a:extLst>
                <a:ext uri="{FF2B5EF4-FFF2-40B4-BE49-F238E27FC236}">
                  <a16:creationId xmlns:a16="http://schemas.microsoft.com/office/drawing/2014/main" id="{48C1DDB8-8FAF-A78A-D848-94389D5E5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852"/>
              <a:ext cx="2449" cy="192"/>
              <a:chOff x="1536" y="864"/>
              <a:chExt cx="2449" cy="192"/>
            </a:xfrm>
          </p:grpSpPr>
          <p:sp>
            <p:nvSpPr>
              <p:cNvPr id="457733" name="Line 5">
                <a:extLst>
                  <a:ext uri="{FF2B5EF4-FFF2-40B4-BE49-F238E27FC236}">
                    <a16:creationId xmlns:a16="http://schemas.microsoft.com/office/drawing/2014/main" id="{F8A84914-B01C-5412-6112-AC66AD127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960"/>
                <a:ext cx="2400" cy="0"/>
              </a:xfrm>
              <a:prstGeom prst="line">
                <a:avLst/>
              </a:prstGeom>
              <a:noFill/>
              <a:ln w="28575">
                <a:solidFill>
                  <a:srgbClr val="EF811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57734" name="Line 6">
                <a:extLst>
                  <a:ext uri="{FF2B5EF4-FFF2-40B4-BE49-F238E27FC236}">
                    <a16:creationId xmlns:a16="http://schemas.microsoft.com/office/drawing/2014/main" id="{918C353E-AFB3-A16A-09A3-BAB456B1D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960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EF811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57735" name="Oval 7">
                <a:extLst>
                  <a:ext uri="{FF2B5EF4-FFF2-40B4-BE49-F238E27FC236}">
                    <a16:creationId xmlns:a16="http://schemas.microsoft.com/office/drawing/2014/main" id="{2E457435-E4C5-FAB8-5115-5E1D7EFF9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864"/>
                <a:ext cx="145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EF8114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nl-NL" sz="1400"/>
                  <a:t>3</a:t>
                </a:r>
                <a:endParaRPr lang="en-US" altLang="nl-NL" sz="1600"/>
              </a:p>
            </p:txBody>
          </p:sp>
        </p:grpSp>
        <p:sp>
          <p:nvSpPr>
            <p:cNvPr id="457758" name="Line 30">
              <a:extLst>
                <a:ext uri="{FF2B5EF4-FFF2-40B4-BE49-F238E27FC236}">
                  <a16:creationId xmlns:a16="http://schemas.microsoft.com/office/drawing/2014/main" id="{804BFC0E-A9E3-55F7-D5B5-286B5A0D7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954"/>
              <a:ext cx="0" cy="192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57759" name="Line 31">
              <a:extLst>
                <a:ext uri="{FF2B5EF4-FFF2-40B4-BE49-F238E27FC236}">
                  <a16:creationId xmlns:a16="http://schemas.microsoft.com/office/drawing/2014/main" id="{EC0438D2-E2C1-668A-E1C4-7BC7069AC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5" y="1140"/>
              <a:ext cx="336" cy="192"/>
            </a:xfrm>
            <a:prstGeom prst="line">
              <a:avLst/>
            </a:prstGeom>
            <a:noFill/>
            <a:ln w="28575">
              <a:solidFill>
                <a:srgbClr val="EF811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7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7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50" grpId="0" autoUpdateAnimBg="0"/>
      <p:bldP spid="457751" grpId="0" autoUpdateAnimBg="0"/>
      <p:bldP spid="45775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1026">
            <a:extLst>
              <a:ext uri="{FF2B5EF4-FFF2-40B4-BE49-F238E27FC236}">
                <a16:creationId xmlns:a16="http://schemas.microsoft.com/office/drawing/2014/main" id="{2282D1A8-18C9-855E-A326-70798C13D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Well-formed XML</a:t>
            </a:r>
            <a:endParaRPr lang="en-GB" altLang="nl-NL"/>
          </a:p>
        </p:txBody>
      </p:sp>
      <p:sp>
        <p:nvSpPr>
          <p:cNvPr id="458755" name="Rectangle 1027">
            <a:extLst>
              <a:ext uri="{FF2B5EF4-FFF2-40B4-BE49-F238E27FC236}">
                <a16:creationId xmlns:a16="http://schemas.microsoft.com/office/drawing/2014/main" id="{3823B7D4-194F-97B7-6D84-A8CBC78E4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 sz="2400">
                <a:solidFill>
                  <a:schemeClr val="tx1"/>
                </a:solidFill>
              </a:rPr>
              <a:t>Een XML-document is altijd “</a:t>
            </a:r>
            <a:r>
              <a:rPr lang="en-US" altLang="nl-NL" sz="2400">
                <a:solidFill>
                  <a:srgbClr val="2B61A3"/>
                </a:solidFill>
              </a:rPr>
              <a:t>well-formed</a:t>
            </a:r>
            <a:r>
              <a:rPr lang="en-US" altLang="nl-NL" sz="2400">
                <a:solidFill>
                  <a:schemeClr val="tx1"/>
                </a:solidFill>
              </a:rPr>
              <a:t>” d.w.z. het document voldoet aan de syntaxregels van XML:</a:t>
            </a:r>
          </a:p>
          <a:p>
            <a:pPr lvl="2"/>
            <a:r>
              <a:rPr lang="en-US" altLang="nl-NL">
                <a:solidFill>
                  <a:schemeClr val="tx1"/>
                </a:solidFill>
              </a:rPr>
              <a:t>XML-header (version, encoding)</a:t>
            </a:r>
          </a:p>
          <a:p>
            <a:pPr lvl="2"/>
            <a:r>
              <a:rPr lang="en-US" altLang="nl-NL">
                <a:solidFill>
                  <a:schemeClr val="tx1"/>
                </a:solidFill>
              </a:rPr>
              <a:t>Elk element heeft een begin- &amp; eind tag</a:t>
            </a:r>
          </a:p>
          <a:p>
            <a:pPr lvl="2"/>
            <a:r>
              <a:rPr lang="en-US" altLang="nl-NL">
                <a:solidFill>
                  <a:schemeClr val="tx1"/>
                </a:solidFill>
              </a:rPr>
              <a:t>Attribuutwaarden staan altijd tussen “”</a:t>
            </a:r>
          </a:p>
          <a:p>
            <a:pPr lvl="2"/>
            <a:r>
              <a:rPr lang="en-US" altLang="nl-NL">
                <a:solidFill>
                  <a:schemeClr val="tx1"/>
                </a:solidFill>
              </a:rPr>
              <a:t>…etc… (zie</a:t>
            </a:r>
            <a:r>
              <a:rPr lang="en-US" altLang="nl-NL"/>
              <a:t> </a:t>
            </a:r>
            <a:r>
              <a:rPr lang="en-US" altLang="nl-NL">
                <a:solidFill>
                  <a:srgbClr val="D0242C"/>
                </a:solidFill>
                <a:hlinkClick r:id="rId2"/>
              </a:rPr>
              <a:t>http://www.w3.org/XML/</a:t>
            </a:r>
            <a:r>
              <a:rPr lang="en-US" altLang="nl-NL">
                <a:solidFill>
                  <a:srgbClr val="D0242C"/>
                </a:solidFill>
              </a:rPr>
              <a:t> </a:t>
            </a:r>
            <a:r>
              <a:rPr lang="en-US" altLang="nl-NL">
                <a:solidFill>
                  <a:schemeClr val="tx1"/>
                </a:solidFill>
              </a:rPr>
              <a:t>)</a:t>
            </a:r>
          </a:p>
          <a:p>
            <a:endParaRPr lang="en-GB" altLang="nl-NL" sz="2600"/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>
            <a:extLst>
              <a:ext uri="{FF2B5EF4-FFF2-40B4-BE49-F238E27FC236}">
                <a16:creationId xmlns:a16="http://schemas.microsoft.com/office/drawing/2014/main" id="{BA0210DD-A157-5AF1-AE2E-3EABCD271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Well-formed XML</a:t>
            </a:r>
            <a:endParaRPr lang="en-GB" altLang="nl-NL"/>
          </a:p>
        </p:txBody>
      </p:sp>
      <p:grpSp>
        <p:nvGrpSpPr>
          <p:cNvPr id="459779" name="Group 3">
            <a:extLst>
              <a:ext uri="{FF2B5EF4-FFF2-40B4-BE49-F238E27FC236}">
                <a16:creationId xmlns:a16="http://schemas.microsoft.com/office/drawing/2014/main" id="{69ADDD10-935E-533A-F3F0-53E134DA1BF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524000"/>
            <a:ext cx="6502400" cy="2971800"/>
            <a:chOff x="864" y="960"/>
            <a:chExt cx="4096" cy="1872"/>
          </a:xfrm>
        </p:grpSpPr>
        <p:pic>
          <p:nvPicPr>
            <p:cNvPr id="459780" name="Picture 4">
              <a:extLst>
                <a:ext uri="{FF2B5EF4-FFF2-40B4-BE49-F238E27FC236}">
                  <a16:creationId xmlns:a16="http://schemas.microsoft.com/office/drawing/2014/main" id="{B0E1E071-3BB9-380E-3AA9-2FC3C6053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960"/>
              <a:ext cx="3996" cy="15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9781" name="Picture 5">
              <a:extLst>
                <a:ext uri="{FF2B5EF4-FFF2-40B4-BE49-F238E27FC236}">
                  <a16:creationId xmlns:a16="http://schemas.microsoft.com/office/drawing/2014/main" id="{049CD267-4252-481C-29B5-60C0E1F1C6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" y="2472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59782" name="Rectangle 6">
              <a:extLst>
                <a:ext uri="{FF2B5EF4-FFF2-40B4-BE49-F238E27FC236}">
                  <a16:creationId xmlns:a16="http://schemas.microsoft.com/office/drawing/2014/main" id="{F2163B74-003D-B832-31A2-75D0A422D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96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081B5E71-00A3-0301-90ED-B7DC94403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Valid XML</a:t>
            </a:r>
            <a:endParaRPr lang="en-GB" altLang="nl-NL"/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88E227FD-FF08-2430-EC82-1BC0731B7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87500"/>
            <a:ext cx="7772400" cy="3365500"/>
          </a:xfrm>
        </p:spPr>
        <p:txBody>
          <a:bodyPr/>
          <a:lstStyle/>
          <a:p>
            <a:r>
              <a:rPr lang="en-US" altLang="nl-NL">
                <a:solidFill>
                  <a:schemeClr val="tx1"/>
                </a:solidFill>
              </a:rPr>
              <a:t>Een XML-document wordt gekoppeld aan een voorgedefinieerde structuur, wanneer het een</a:t>
            </a:r>
            <a:r>
              <a:rPr lang="en-US" altLang="nl-NL"/>
              <a:t> </a:t>
            </a:r>
            <a:r>
              <a:rPr lang="en-US" altLang="nl-NL">
                <a:solidFill>
                  <a:srgbClr val="2B61A3"/>
                </a:solidFill>
              </a:rPr>
              <a:t>vereiste</a:t>
            </a:r>
            <a:r>
              <a:rPr lang="en-US" altLang="nl-NL"/>
              <a:t> </a:t>
            </a:r>
            <a:r>
              <a:rPr lang="en-US" altLang="nl-NL">
                <a:solidFill>
                  <a:schemeClr val="tx1"/>
                </a:solidFill>
              </a:rPr>
              <a:t>is dat de informatie altijd</a:t>
            </a:r>
            <a:r>
              <a:rPr lang="en-US" altLang="nl-NL"/>
              <a:t> </a:t>
            </a:r>
            <a:r>
              <a:rPr lang="en-US" altLang="nl-NL">
                <a:solidFill>
                  <a:srgbClr val="2B61A3"/>
                </a:solidFill>
              </a:rPr>
              <a:t>gevalideerd</a:t>
            </a:r>
            <a:r>
              <a:rPr lang="en-US" altLang="nl-NL"/>
              <a:t> </a:t>
            </a:r>
            <a:r>
              <a:rPr lang="en-US" altLang="nl-NL">
                <a:solidFill>
                  <a:schemeClr val="tx1"/>
                </a:solidFill>
              </a:rPr>
              <a:t>is. </a:t>
            </a:r>
            <a:br>
              <a:rPr lang="en-US" altLang="nl-NL">
                <a:solidFill>
                  <a:schemeClr val="tx1"/>
                </a:solidFill>
              </a:rPr>
            </a:br>
            <a:r>
              <a:rPr lang="en-US" altLang="nl-NL">
                <a:solidFill>
                  <a:schemeClr val="tx1"/>
                </a:solidFill>
              </a:rPr>
              <a:t>De voorgedefinieerde structuur wordt vastgelegd in:</a:t>
            </a:r>
          </a:p>
          <a:p>
            <a:pPr lvl="1"/>
            <a:endParaRPr lang="en-US" altLang="nl-NL">
              <a:solidFill>
                <a:srgbClr val="2B61A3"/>
              </a:solidFill>
            </a:endParaRPr>
          </a:p>
          <a:p>
            <a:pPr lvl="1"/>
            <a:r>
              <a:rPr lang="en-US" altLang="nl-NL">
                <a:solidFill>
                  <a:srgbClr val="2B61A3"/>
                </a:solidFill>
              </a:rPr>
              <a:t>XML-Schema</a:t>
            </a:r>
          </a:p>
          <a:p>
            <a:endParaRPr lang="en-US" altLang="nl-NL">
              <a:solidFill>
                <a:srgbClr val="2B61A3"/>
              </a:solidFill>
            </a:endParaRPr>
          </a:p>
          <a:p>
            <a:r>
              <a:rPr lang="en-US" altLang="nl-NL">
                <a:solidFill>
                  <a:schemeClr val="tx1"/>
                </a:solidFill>
              </a:rPr>
              <a:t>In dit geval is een XML-document, naast well-formed, altijd</a:t>
            </a:r>
            <a:r>
              <a:rPr lang="en-US" altLang="nl-NL"/>
              <a:t> </a:t>
            </a:r>
            <a:r>
              <a:rPr lang="en-US" altLang="nl-NL">
                <a:solidFill>
                  <a:srgbClr val="2B61A3"/>
                </a:solidFill>
              </a:rPr>
              <a:t>valid</a:t>
            </a:r>
            <a:r>
              <a:rPr lang="en-US" altLang="nl-NL"/>
              <a:t>.</a:t>
            </a:r>
            <a:endParaRPr lang="en-GB" altLang="nl-NL"/>
          </a:p>
        </p:txBody>
      </p:sp>
      <p:sp>
        <p:nvSpPr>
          <p:cNvPr id="460804" name="Rectangle 4">
            <a:extLst>
              <a:ext uri="{FF2B5EF4-FFF2-40B4-BE49-F238E27FC236}">
                <a16:creationId xmlns:a16="http://schemas.microsoft.com/office/drawing/2014/main" id="{42200528-D4C4-E8DA-2403-55C0477EA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nl-NL" sz="1800">
                <a:solidFill>
                  <a:srgbClr val="EF8114"/>
                </a:solidFill>
              </a:rPr>
              <a:t>Oefening 1</a:t>
            </a:r>
            <a:endParaRPr lang="en-GB" altLang="nl-NL" sz="1800">
              <a:solidFill>
                <a:srgbClr val="EF8114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760038E5-9E95-94FB-CC17-3D9AB450E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4572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9144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13716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18288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nl-NL" sz="4400"/>
              <a:t>XML-schema</a:t>
            </a:r>
            <a:endParaRPr lang="en-GB" altLang="nl-NL" sz="4400"/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7281E1D1-8B65-59D1-F7EC-16CF48FA8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Functie XML-schema</a:t>
            </a:r>
            <a:endParaRPr lang="en-GB" altLang="nl-NL"/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86EBCB99-057C-787D-B67E-26813907B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 sz="1800">
                <a:solidFill>
                  <a:schemeClr val="tx1"/>
                </a:solidFill>
              </a:rPr>
              <a:t>De context waarin elementen/attributen voorkomen</a:t>
            </a:r>
          </a:p>
          <a:p>
            <a:endParaRPr lang="en-US" altLang="nl-NL" sz="1800">
              <a:solidFill>
                <a:schemeClr val="tx1"/>
              </a:solidFill>
            </a:endParaRPr>
          </a:p>
          <a:p>
            <a:r>
              <a:rPr lang="en-US" altLang="nl-NL" sz="1800">
                <a:solidFill>
                  <a:schemeClr val="tx1"/>
                </a:solidFill>
              </a:rPr>
              <a:t>Welke elementen &amp; attributen: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voor kunnen komen (optioneel)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voor moeten komen (verplicht)</a:t>
            </a:r>
          </a:p>
          <a:p>
            <a:endParaRPr lang="en-US" altLang="nl-NL" sz="1800">
              <a:solidFill>
                <a:schemeClr val="tx1"/>
              </a:solidFill>
            </a:endParaRPr>
          </a:p>
          <a:p>
            <a:r>
              <a:rPr lang="en-US" altLang="nl-NL" sz="1800">
                <a:solidFill>
                  <a:schemeClr val="tx1"/>
                </a:solidFill>
              </a:rPr>
              <a:t>In welke volgorde elementen voorkomen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Sequentieel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Keuze</a:t>
            </a:r>
          </a:p>
          <a:p>
            <a:endParaRPr lang="en-US" altLang="nl-NL" sz="1800">
              <a:solidFill>
                <a:schemeClr val="tx1"/>
              </a:solidFill>
            </a:endParaRPr>
          </a:p>
          <a:p>
            <a:r>
              <a:rPr lang="en-US" altLang="nl-NL" sz="1800">
                <a:solidFill>
                  <a:schemeClr val="tx1"/>
                </a:solidFill>
              </a:rPr>
              <a:t>Wat de inhoud van een element mag zijn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Andere elementen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Een of ander datatype (Built-in datatypes + Eigen datatypes)</a:t>
            </a:r>
            <a:br>
              <a:rPr lang="en-US" altLang="nl-NL" sz="1400">
                <a:solidFill>
                  <a:schemeClr val="tx1"/>
                </a:solidFill>
              </a:rPr>
            </a:br>
            <a:r>
              <a:rPr lang="nl-NL" altLang="nl-NL" sz="1400">
                <a:solidFill>
                  <a:schemeClr val="tx1"/>
                </a:solidFill>
              </a:rPr>
              <a:t>“dit element mag nooit een integer bevatten in de range van 0 tot 12,000”</a:t>
            </a:r>
            <a:r>
              <a:rPr lang="en-US" altLang="nl-NL" sz="140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Leeg</a:t>
            </a:r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>
            <a:extLst>
              <a:ext uri="{FF2B5EF4-FFF2-40B4-BE49-F238E27FC236}">
                <a16:creationId xmlns:a16="http://schemas.microsoft.com/office/drawing/2014/main" id="{295F0829-EE06-CA28-18F1-E563D4018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XML-schema</a:t>
            </a:r>
            <a:endParaRPr lang="en-GB" altLang="nl-NL"/>
          </a:p>
        </p:txBody>
      </p:sp>
      <p:grpSp>
        <p:nvGrpSpPr>
          <p:cNvPr id="480259" name="Group 3">
            <a:extLst>
              <a:ext uri="{FF2B5EF4-FFF2-40B4-BE49-F238E27FC236}">
                <a16:creationId xmlns:a16="http://schemas.microsoft.com/office/drawing/2014/main" id="{676E1F00-899B-3EE7-4830-DA3A7BDEC85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71600"/>
            <a:ext cx="8305800" cy="4495800"/>
            <a:chOff x="1035" y="1200"/>
            <a:chExt cx="3693" cy="1920"/>
          </a:xfrm>
        </p:grpSpPr>
        <p:pic>
          <p:nvPicPr>
            <p:cNvPr id="480260" name="Picture 4">
              <a:extLst>
                <a:ext uri="{FF2B5EF4-FFF2-40B4-BE49-F238E27FC236}">
                  <a16:creationId xmlns:a16="http://schemas.microsoft.com/office/drawing/2014/main" id="{928E0BEE-3807-62CF-E3D9-C4469A0F65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" y="1200"/>
              <a:ext cx="3690" cy="1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0261" name="Rectangle 5">
              <a:extLst>
                <a:ext uri="{FF2B5EF4-FFF2-40B4-BE49-F238E27FC236}">
                  <a16:creationId xmlns:a16="http://schemas.microsoft.com/office/drawing/2014/main" id="{408E9BBB-4692-85B0-0C56-710EB80EF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976"/>
              <a:ext cx="240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 altLang="nl-NL">
                <a:solidFill>
                  <a:schemeClr val="bg1"/>
                </a:solidFill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DB9D56BA-1101-8292-D457-B5AE101AB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XML-schema</a:t>
            </a:r>
            <a:endParaRPr lang="en-GB" altLang="nl-NL"/>
          </a:p>
        </p:txBody>
      </p:sp>
      <p:grpSp>
        <p:nvGrpSpPr>
          <p:cNvPr id="448516" name="Group 4">
            <a:extLst>
              <a:ext uri="{FF2B5EF4-FFF2-40B4-BE49-F238E27FC236}">
                <a16:creationId xmlns:a16="http://schemas.microsoft.com/office/drawing/2014/main" id="{55CB9D05-7523-A0B3-9770-356AC767595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066800"/>
            <a:ext cx="4689475" cy="2432050"/>
            <a:chOff x="1035" y="1200"/>
            <a:chExt cx="3693" cy="1920"/>
          </a:xfrm>
        </p:grpSpPr>
        <p:pic>
          <p:nvPicPr>
            <p:cNvPr id="448517" name="Picture 5">
              <a:extLst>
                <a:ext uri="{FF2B5EF4-FFF2-40B4-BE49-F238E27FC236}">
                  <a16:creationId xmlns:a16="http://schemas.microsoft.com/office/drawing/2014/main" id="{B8BFA24F-16E9-4FA2-9242-404E7A4835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" y="1200"/>
              <a:ext cx="3690" cy="1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518" name="Rectangle 6">
              <a:extLst>
                <a:ext uri="{FF2B5EF4-FFF2-40B4-BE49-F238E27FC236}">
                  <a16:creationId xmlns:a16="http://schemas.microsoft.com/office/drawing/2014/main" id="{1F0A6F6F-EA1B-F445-2B8B-66CD5C166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976"/>
              <a:ext cx="240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 altLang="nl-NL">
                <a:solidFill>
                  <a:schemeClr val="bg1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448522" name="Text Box 10">
            <a:extLst>
              <a:ext uri="{FF2B5EF4-FFF2-40B4-BE49-F238E27FC236}">
                <a16:creationId xmlns:a16="http://schemas.microsoft.com/office/drawing/2014/main" id="{BA51C848-F0C8-9F7A-FDF1-287768F95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191000"/>
            <a:ext cx="457200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&lt;xs:element name=“cursus"  type=“CursusType"/&gt;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&lt;xs:complexType name=“CursusType"&gt;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    &lt;xs:sequence&gt;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        &lt;xs:element name=“instituut" type="xs:string"/&gt;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        &lt;xs:element name=“jaar" type="xs:gYear"/&gt;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        &lt;xs:element name=“omschrijving" type="xs:string"/&gt;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    &lt;/xs:sequence&gt;</a:t>
            </a:r>
          </a:p>
          <a:p>
            <a:pPr algn="l"/>
            <a:r>
              <a:rPr lang="en-US" altLang="nl-NL" sz="1200" b="1">
                <a:solidFill>
                  <a:srgbClr val="EF8114"/>
                </a:solidFill>
                <a:latin typeface="Arial" panose="020B0604020202020204" pitchFamily="34" charset="0"/>
              </a:rPr>
              <a:t>&lt;/xs:complexType&gt;</a:t>
            </a:r>
          </a:p>
        </p:txBody>
      </p:sp>
      <p:grpSp>
        <p:nvGrpSpPr>
          <p:cNvPr id="448534" name="Group 22">
            <a:extLst>
              <a:ext uri="{FF2B5EF4-FFF2-40B4-BE49-F238E27FC236}">
                <a16:creationId xmlns:a16="http://schemas.microsoft.com/office/drawing/2014/main" id="{009D4765-5C50-83A3-2A66-DE48EF97B521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590800"/>
            <a:ext cx="3881438" cy="2554288"/>
            <a:chOff x="3216" y="1632"/>
            <a:chExt cx="2445" cy="1609"/>
          </a:xfrm>
        </p:grpSpPr>
        <p:sp>
          <p:nvSpPr>
            <p:cNvPr id="448524" name="Text Box 12">
              <a:extLst>
                <a:ext uri="{FF2B5EF4-FFF2-40B4-BE49-F238E27FC236}">
                  <a16:creationId xmlns:a16="http://schemas.microsoft.com/office/drawing/2014/main" id="{F9AC37C3-1A57-4E04-2BB1-4A7A3A6F1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201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nl-NL" altLang="nl-NL" sz="1400">
                  <a:latin typeface="Arial" panose="020B0604020202020204" pitchFamily="34" charset="0"/>
                </a:rPr>
                <a:t>Built-in datatype “xs:string” </a:t>
              </a:r>
              <a:br>
                <a:rPr lang="nl-NL" altLang="nl-NL" sz="1400">
                  <a:latin typeface="Arial" panose="020B0604020202020204" pitchFamily="34" charset="0"/>
                </a:rPr>
              </a:br>
              <a:r>
                <a:rPr lang="nl-NL" altLang="nl-NL" sz="1400">
                  <a:latin typeface="Arial" panose="020B0604020202020204" pitchFamily="34" charset="0"/>
                </a:rPr>
                <a:t>(volgens W3C XML Schema specs)</a:t>
              </a:r>
              <a:endParaRPr lang="en-GB" altLang="nl-NL" sz="1400">
                <a:latin typeface="Arial" panose="020B0604020202020204" pitchFamily="34" charset="0"/>
              </a:endParaRPr>
            </a:p>
          </p:txBody>
        </p:sp>
        <p:sp>
          <p:nvSpPr>
            <p:cNvPr id="448525" name="Freeform 13">
              <a:extLst>
                <a:ext uri="{FF2B5EF4-FFF2-40B4-BE49-F238E27FC236}">
                  <a16:creationId xmlns:a16="http://schemas.microsoft.com/office/drawing/2014/main" id="{B7DB460B-28EE-1BBF-566B-FCC46822C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7" y="1728"/>
              <a:ext cx="984" cy="1513"/>
            </a:xfrm>
            <a:custGeom>
              <a:avLst/>
              <a:gdLst>
                <a:gd name="T0" fmla="*/ 0 w 984"/>
                <a:gd name="T1" fmla="*/ 8 h 1513"/>
                <a:gd name="T2" fmla="*/ 968 w 984"/>
                <a:gd name="T3" fmla="*/ 737 h 1513"/>
                <a:gd name="T4" fmla="*/ 39 w 984"/>
                <a:gd name="T5" fmla="*/ 1513 h 1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4" h="1513">
                  <a:moveTo>
                    <a:pt x="0" y="8"/>
                  </a:moveTo>
                  <a:cubicBezTo>
                    <a:pt x="192" y="0"/>
                    <a:pt x="952" y="8"/>
                    <a:pt x="968" y="737"/>
                  </a:cubicBezTo>
                  <a:cubicBezTo>
                    <a:pt x="984" y="1466"/>
                    <a:pt x="338" y="1206"/>
                    <a:pt x="39" y="1513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path path="rect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nl-NL"/>
            </a:p>
          </p:txBody>
        </p:sp>
      </p:grpSp>
      <p:grpSp>
        <p:nvGrpSpPr>
          <p:cNvPr id="448526" name="Group 14">
            <a:extLst>
              <a:ext uri="{FF2B5EF4-FFF2-40B4-BE49-F238E27FC236}">
                <a16:creationId xmlns:a16="http://schemas.microsoft.com/office/drawing/2014/main" id="{28D266E3-1B5D-008C-27FC-0277DD49B78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330700"/>
            <a:ext cx="3200400" cy="304800"/>
            <a:chOff x="432" y="2728"/>
            <a:chExt cx="2016" cy="192"/>
          </a:xfrm>
        </p:grpSpPr>
        <p:sp>
          <p:nvSpPr>
            <p:cNvPr id="448527" name="Text Box 15">
              <a:extLst>
                <a:ext uri="{FF2B5EF4-FFF2-40B4-BE49-F238E27FC236}">
                  <a16:creationId xmlns:a16="http://schemas.microsoft.com/office/drawing/2014/main" id="{6D014333-6682-47CE-62D2-140E8AB57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28"/>
              <a:ext cx="20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l"/>
              <a:r>
                <a:rPr lang="nl-NL" altLang="nl-NL" sz="1400">
                  <a:latin typeface="Arial" panose="020B0604020202020204" pitchFamily="34" charset="0"/>
                </a:rPr>
                <a:t>Eigen datatype “CursusType”</a:t>
              </a:r>
              <a:endParaRPr lang="en-GB" altLang="nl-NL" sz="1400">
                <a:latin typeface="Arial" panose="020B0604020202020204" pitchFamily="34" charset="0"/>
              </a:endParaRPr>
            </a:p>
          </p:txBody>
        </p:sp>
        <p:sp>
          <p:nvSpPr>
            <p:cNvPr id="448528" name="Line 16">
              <a:extLst>
                <a:ext uri="{FF2B5EF4-FFF2-40B4-BE49-F238E27FC236}">
                  <a16:creationId xmlns:a16="http://schemas.microsoft.com/office/drawing/2014/main" id="{A542D422-2201-6C30-DDF5-4D720FF8C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8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nl-NL"/>
            </a:p>
          </p:txBody>
        </p:sp>
      </p:grpSp>
      <p:sp>
        <p:nvSpPr>
          <p:cNvPr id="448533" name="Freeform 21">
            <a:extLst>
              <a:ext uri="{FF2B5EF4-FFF2-40B4-BE49-F238E27FC236}">
                <a16:creationId xmlns:a16="http://schemas.microsoft.com/office/drawing/2014/main" id="{BCFC6599-1DC2-8FB0-C7CB-52BD2D724B92}"/>
              </a:ext>
            </a:extLst>
          </p:cNvPr>
          <p:cNvSpPr>
            <a:spLocks/>
          </p:cNvSpPr>
          <p:nvPr/>
        </p:nvSpPr>
        <p:spPr bwMode="auto">
          <a:xfrm>
            <a:off x="6629400" y="4330700"/>
            <a:ext cx="1303338" cy="179388"/>
          </a:xfrm>
          <a:custGeom>
            <a:avLst/>
            <a:gdLst>
              <a:gd name="T0" fmla="*/ 464 w 821"/>
              <a:gd name="T1" fmla="*/ 0 h 113"/>
              <a:gd name="T2" fmla="*/ 744 w 821"/>
              <a:gd name="T3" fmla="*/ 90 h 113"/>
              <a:gd name="T4" fmla="*/ 0 w 821"/>
              <a:gd name="T5" fmla="*/ 113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1" h="113">
                <a:moveTo>
                  <a:pt x="464" y="0"/>
                </a:moveTo>
                <a:cubicBezTo>
                  <a:pt x="509" y="18"/>
                  <a:pt x="821" y="71"/>
                  <a:pt x="744" y="90"/>
                </a:cubicBezTo>
                <a:cubicBezTo>
                  <a:pt x="667" y="109"/>
                  <a:pt x="155" y="108"/>
                  <a:pt x="0" y="11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l="50000" t="50000" r="50000" b="50000"/>
                  </a:path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nl-NL"/>
          </a:p>
        </p:txBody>
      </p:sp>
      <p:sp>
        <p:nvSpPr>
          <p:cNvPr id="448540" name="Freeform 28">
            <a:extLst>
              <a:ext uri="{FF2B5EF4-FFF2-40B4-BE49-F238E27FC236}">
                <a16:creationId xmlns:a16="http://schemas.microsoft.com/office/drawing/2014/main" id="{3EA0751F-0AA0-AD80-1C8F-A016468AA399}"/>
              </a:ext>
            </a:extLst>
          </p:cNvPr>
          <p:cNvSpPr>
            <a:spLocks/>
          </p:cNvSpPr>
          <p:nvPr/>
        </p:nvSpPr>
        <p:spPr bwMode="auto">
          <a:xfrm>
            <a:off x="76200" y="927100"/>
            <a:ext cx="4525963" cy="2406650"/>
          </a:xfrm>
          <a:custGeom>
            <a:avLst/>
            <a:gdLst>
              <a:gd name="T0" fmla="*/ 2079 w 2851"/>
              <a:gd name="T1" fmla="*/ 12 h 1516"/>
              <a:gd name="T2" fmla="*/ 1827 w 2851"/>
              <a:gd name="T3" fmla="*/ 40 h 1516"/>
              <a:gd name="T4" fmla="*/ 1647 w 2851"/>
              <a:gd name="T5" fmla="*/ 64 h 1516"/>
              <a:gd name="T6" fmla="*/ 1195 w 2851"/>
              <a:gd name="T7" fmla="*/ 80 h 1516"/>
              <a:gd name="T8" fmla="*/ 999 w 2851"/>
              <a:gd name="T9" fmla="*/ 96 h 1516"/>
              <a:gd name="T10" fmla="*/ 895 w 2851"/>
              <a:gd name="T11" fmla="*/ 124 h 1516"/>
              <a:gd name="T12" fmla="*/ 759 w 2851"/>
              <a:gd name="T13" fmla="*/ 160 h 1516"/>
              <a:gd name="T14" fmla="*/ 639 w 2851"/>
              <a:gd name="T15" fmla="*/ 188 h 1516"/>
              <a:gd name="T16" fmla="*/ 559 w 2851"/>
              <a:gd name="T17" fmla="*/ 204 h 1516"/>
              <a:gd name="T18" fmla="*/ 519 w 2851"/>
              <a:gd name="T19" fmla="*/ 212 h 1516"/>
              <a:gd name="T20" fmla="*/ 455 w 2851"/>
              <a:gd name="T21" fmla="*/ 252 h 1516"/>
              <a:gd name="T22" fmla="*/ 223 w 2851"/>
              <a:gd name="T23" fmla="*/ 416 h 1516"/>
              <a:gd name="T24" fmla="*/ 67 w 2851"/>
              <a:gd name="T25" fmla="*/ 648 h 1516"/>
              <a:gd name="T26" fmla="*/ 47 w 2851"/>
              <a:gd name="T27" fmla="*/ 688 h 1516"/>
              <a:gd name="T28" fmla="*/ 15 w 2851"/>
              <a:gd name="T29" fmla="*/ 792 h 1516"/>
              <a:gd name="T30" fmla="*/ 39 w 2851"/>
              <a:gd name="T31" fmla="*/ 980 h 1516"/>
              <a:gd name="T32" fmla="*/ 175 w 2851"/>
              <a:gd name="T33" fmla="*/ 1156 h 1516"/>
              <a:gd name="T34" fmla="*/ 219 w 2851"/>
              <a:gd name="T35" fmla="*/ 1200 h 1516"/>
              <a:gd name="T36" fmla="*/ 279 w 2851"/>
              <a:gd name="T37" fmla="*/ 1228 h 1516"/>
              <a:gd name="T38" fmla="*/ 391 w 2851"/>
              <a:gd name="T39" fmla="*/ 1272 h 1516"/>
              <a:gd name="T40" fmla="*/ 443 w 2851"/>
              <a:gd name="T41" fmla="*/ 1284 h 1516"/>
              <a:gd name="T42" fmla="*/ 515 w 2851"/>
              <a:gd name="T43" fmla="*/ 1304 h 1516"/>
              <a:gd name="T44" fmla="*/ 639 w 2851"/>
              <a:gd name="T45" fmla="*/ 1340 h 1516"/>
              <a:gd name="T46" fmla="*/ 883 w 2851"/>
              <a:gd name="T47" fmla="*/ 1392 h 1516"/>
              <a:gd name="T48" fmla="*/ 1027 w 2851"/>
              <a:gd name="T49" fmla="*/ 1416 h 1516"/>
              <a:gd name="T50" fmla="*/ 1103 w 2851"/>
              <a:gd name="T51" fmla="*/ 1428 h 1516"/>
              <a:gd name="T52" fmla="*/ 1331 w 2851"/>
              <a:gd name="T53" fmla="*/ 1476 h 1516"/>
              <a:gd name="T54" fmla="*/ 1583 w 2851"/>
              <a:gd name="T55" fmla="*/ 1500 h 1516"/>
              <a:gd name="T56" fmla="*/ 1755 w 2851"/>
              <a:gd name="T57" fmla="*/ 1516 h 1516"/>
              <a:gd name="T58" fmla="*/ 2639 w 2851"/>
              <a:gd name="T59" fmla="*/ 1508 h 1516"/>
              <a:gd name="T60" fmla="*/ 2835 w 2851"/>
              <a:gd name="T61" fmla="*/ 1316 h 1516"/>
              <a:gd name="T62" fmla="*/ 2851 w 2851"/>
              <a:gd name="T63" fmla="*/ 1196 h 1516"/>
              <a:gd name="T64" fmla="*/ 2831 w 2851"/>
              <a:gd name="T65" fmla="*/ 1100 h 1516"/>
              <a:gd name="T66" fmla="*/ 2583 w 2851"/>
              <a:gd name="T67" fmla="*/ 1040 h 1516"/>
              <a:gd name="T68" fmla="*/ 2467 w 2851"/>
              <a:gd name="T69" fmla="*/ 1024 h 1516"/>
              <a:gd name="T70" fmla="*/ 2167 w 2851"/>
              <a:gd name="T71" fmla="*/ 1040 h 1516"/>
              <a:gd name="T72" fmla="*/ 1807 w 2851"/>
              <a:gd name="T73" fmla="*/ 1020 h 1516"/>
              <a:gd name="T74" fmla="*/ 1587 w 2851"/>
              <a:gd name="T75" fmla="*/ 968 h 1516"/>
              <a:gd name="T76" fmla="*/ 1551 w 2851"/>
              <a:gd name="T77" fmla="*/ 912 h 1516"/>
              <a:gd name="T78" fmla="*/ 1551 w 2851"/>
              <a:gd name="T79" fmla="*/ 712 h 1516"/>
              <a:gd name="T80" fmla="*/ 1643 w 2851"/>
              <a:gd name="T81" fmla="*/ 652 h 1516"/>
              <a:gd name="T82" fmla="*/ 1911 w 2851"/>
              <a:gd name="T83" fmla="*/ 584 h 1516"/>
              <a:gd name="T84" fmla="*/ 2175 w 2851"/>
              <a:gd name="T85" fmla="*/ 568 h 1516"/>
              <a:gd name="T86" fmla="*/ 2443 w 2851"/>
              <a:gd name="T87" fmla="*/ 576 h 1516"/>
              <a:gd name="T88" fmla="*/ 2503 w 2851"/>
              <a:gd name="T89" fmla="*/ 556 h 1516"/>
              <a:gd name="T90" fmla="*/ 2527 w 2851"/>
              <a:gd name="T91" fmla="*/ 540 h 1516"/>
              <a:gd name="T92" fmla="*/ 2543 w 2851"/>
              <a:gd name="T93" fmla="*/ 516 h 1516"/>
              <a:gd name="T94" fmla="*/ 2551 w 2851"/>
              <a:gd name="T95" fmla="*/ 504 h 1516"/>
              <a:gd name="T96" fmla="*/ 2567 w 2851"/>
              <a:gd name="T97" fmla="*/ 428 h 1516"/>
              <a:gd name="T98" fmla="*/ 2563 w 2851"/>
              <a:gd name="T99" fmla="*/ 304 h 1516"/>
              <a:gd name="T100" fmla="*/ 2423 w 2851"/>
              <a:gd name="T101" fmla="*/ 40 h 1516"/>
              <a:gd name="T102" fmla="*/ 2203 w 2851"/>
              <a:gd name="T103" fmla="*/ 8 h 1516"/>
              <a:gd name="T104" fmla="*/ 2103 w 2851"/>
              <a:gd name="T105" fmla="*/ 0 h 1516"/>
              <a:gd name="T106" fmla="*/ 2075 w 2851"/>
              <a:gd name="T107" fmla="*/ 8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851" h="1516">
                <a:moveTo>
                  <a:pt x="2079" y="12"/>
                </a:moveTo>
                <a:cubicBezTo>
                  <a:pt x="1995" y="18"/>
                  <a:pt x="1911" y="31"/>
                  <a:pt x="1827" y="40"/>
                </a:cubicBezTo>
                <a:cubicBezTo>
                  <a:pt x="1769" y="54"/>
                  <a:pt x="1706" y="60"/>
                  <a:pt x="1647" y="64"/>
                </a:cubicBezTo>
                <a:cubicBezTo>
                  <a:pt x="1507" y="92"/>
                  <a:pt x="1307" y="79"/>
                  <a:pt x="1195" y="80"/>
                </a:cubicBezTo>
                <a:cubicBezTo>
                  <a:pt x="1129" y="84"/>
                  <a:pt x="1064" y="91"/>
                  <a:pt x="999" y="96"/>
                </a:cubicBezTo>
                <a:cubicBezTo>
                  <a:pt x="965" y="109"/>
                  <a:pt x="931" y="118"/>
                  <a:pt x="895" y="124"/>
                </a:cubicBezTo>
                <a:cubicBezTo>
                  <a:pt x="851" y="146"/>
                  <a:pt x="806" y="148"/>
                  <a:pt x="759" y="160"/>
                </a:cubicBezTo>
                <a:cubicBezTo>
                  <a:pt x="718" y="170"/>
                  <a:pt x="681" y="181"/>
                  <a:pt x="639" y="188"/>
                </a:cubicBezTo>
                <a:cubicBezTo>
                  <a:pt x="612" y="192"/>
                  <a:pt x="586" y="199"/>
                  <a:pt x="559" y="204"/>
                </a:cubicBezTo>
                <a:cubicBezTo>
                  <a:pt x="546" y="207"/>
                  <a:pt x="519" y="212"/>
                  <a:pt x="519" y="212"/>
                </a:cubicBezTo>
                <a:cubicBezTo>
                  <a:pt x="498" y="226"/>
                  <a:pt x="479" y="244"/>
                  <a:pt x="455" y="252"/>
                </a:cubicBezTo>
                <a:cubicBezTo>
                  <a:pt x="381" y="311"/>
                  <a:pt x="285" y="343"/>
                  <a:pt x="223" y="416"/>
                </a:cubicBezTo>
                <a:cubicBezTo>
                  <a:pt x="163" y="486"/>
                  <a:pt x="116" y="570"/>
                  <a:pt x="67" y="648"/>
                </a:cubicBezTo>
                <a:cubicBezTo>
                  <a:pt x="59" y="661"/>
                  <a:pt x="56" y="675"/>
                  <a:pt x="47" y="688"/>
                </a:cubicBezTo>
                <a:cubicBezTo>
                  <a:pt x="38" y="723"/>
                  <a:pt x="22" y="757"/>
                  <a:pt x="15" y="792"/>
                </a:cubicBezTo>
                <a:cubicBezTo>
                  <a:pt x="17" y="850"/>
                  <a:pt x="0" y="928"/>
                  <a:pt x="39" y="980"/>
                </a:cubicBezTo>
                <a:cubicBezTo>
                  <a:pt x="61" y="1046"/>
                  <a:pt x="118" y="1118"/>
                  <a:pt x="175" y="1156"/>
                </a:cubicBezTo>
                <a:cubicBezTo>
                  <a:pt x="192" y="1168"/>
                  <a:pt x="200" y="1191"/>
                  <a:pt x="219" y="1200"/>
                </a:cubicBezTo>
                <a:cubicBezTo>
                  <a:pt x="239" y="1210"/>
                  <a:pt x="259" y="1220"/>
                  <a:pt x="279" y="1228"/>
                </a:cubicBezTo>
                <a:cubicBezTo>
                  <a:pt x="315" y="1243"/>
                  <a:pt x="353" y="1262"/>
                  <a:pt x="391" y="1272"/>
                </a:cubicBezTo>
                <a:cubicBezTo>
                  <a:pt x="408" y="1276"/>
                  <a:pt x="443" y="1284"/>
                  <a:pt x="443" y="1284"/>
                </a:cubicBezTo>
                <a:cubicBezTo>
                  <a:pt x="468" y="1301"/>
                  <a:pt x="484" y="1301"/>
                  <a:pt x="515" y="1304"/>
                </a:cubicBezTo>
                <a:cubicBezTo>
                  <a:pt x="554" y="1330"/>
                  <a:pt x="596" y="1326"/>
                  <a:pt x="639" y="1340"/>
                </a:cubicBezTo>
                <a:cubicBezTo>
                  <a:pt x="720" y="1367"/>
                  <a:pt x="798" y="1387"/>
                  <a:pt x="883" y="1392"/>
                </a:cubicBezTo>
                <a:cubicBezTo>
                  <a:pt x="932" y="1404"/>
                  <a:pt x="976" y="1410"/>
                  <a:pt x="1027" y="1416"/>
                </a:cubicBezTo>
                <a:cubicBezTo>
                  <a:pt x="1056" y="1423"/>
                  <a:pt x="1069" y="1425"/>
                  <a:pt x="1103" y="1428"/>
                </a:cubicBezTo>
                <a:cubicBezTo>
                  <a:pt x="1160" y="1451"/>
                  <a:pt x="1269" y="1470"/>
                  <a:pt x="1331" y="1476"/>
                </a:cubicBezTo>
                <a:cubicBezTo>
                  <a:pt x="1415" y="1497"/>
                  <a:pt x="1496" y="1496"/>
                  <a:pt x="1583" y="1500"/>
                </a:cubicBezTo>
                <a:cubicBezTo>
                  <a:pt x="1640" y="1506"/>
                  <a:pt x="1698" y="1507"/>
                  <a:pt x="1755" y="1516"/>
                </a:cubicBezTo>
                <a:cubicBezTo>
                  <a:pt x="2050" y="1513"/>
                  <a:pt x="2344" y="1512"/>
                  <a:pt x="2639" y="1508"/>
                </a:cubicBezTo>
                <a:cubicBezTo>
                  <a:pt x="2731" y="1507"/>
                  <a:pt x="2814" y="1399"/>
                  <a:pt x="2835" y="1316"/>
                </a:cubicBezTo>
                <a:cubicBezTo>
                  <a:pt x="2837" y="1273"/>
                  <a:pt x="2838" y="1236"/>
                  <a:pt x="2851" y="1196"/>
                </a:cubicBezTo>
                <a:cubicBezTo>
                  <a:pt x="2849" y="1176"/>
                  <a:pt x="2848" y="1117"/>
                  <a:pt x="2831" y="1100"/>
                </a:cubicBezTo>
                <a:cubicBezTo>
                  <a:pt x="2773" y="1042"/>
                  <a:pt x="2659" y="1044"/>
                  <a:pt x="2583" y="1040"/>
                </a:cubicBezTo>
                <a:cubicBezTo>
                  <a:pt x="2536" y="1031"/>
                  <a:pt x="2522" y="1027"/>
                  <a:pt x="2467" y="1024"/>
                </a:cubicBezTo>
                <a:cubicBezTo>
                  <a:pt x="2366" y="1027"/>
                  <a:pt x="2267" y="1035"/>
                  <a:pt x="2167" y="1040"/>
                </a:cubicBezTo>
                <a:cubicBezTo>
                  <a:pt x="2046" y="1037"/>
                  <a:pt x="1927" y="1033"/>
                  <a:pt x="1807" y="1020"/>
                </a:cubicBezTo>
                <a:cubicBezTo>
                  <a:pt x="1733" y="1012"/>
                  <a:pt x="1659" y="986"/>
                  <a:pt x="1587" y="968"/>
                </a:cubicBezTo>
                <a:cubicBezTo>
                  <a:pt x="1553" y="945"/>
                  <a:pt x="1564" y="950"/>
                  <a:pt x="1551" y="912"/>
                </a:cubicBezTo>
                <a:cubicBezTo>
                  <a:pt x="1543" y="849"/>
                  <a:pt x="1529" y="772"/>
                  <a:pt x="1551" y="712"/>
                </a:cubicBezTo>
                <a:cubicBezTo>
                  <a:pt x="1563" y="679"/>
                  <a:pt x="1613" y="663"/>
                  <a:pt x="1643" y="652"/>
                </a:cubicBezTo>
                <a:cubicBezTo>
                  <a:pt x="1731" y="620"/>
                  <a:pt x="1817" y="597"/>
                  <a:pt x="1911" y="584"/>
                </a:cubicBezTo>
                <a:cubicBezTo>
                  <a:pt x="1988" y="558"/>
                  <a:pt x="2097" y="570"/>
                  <a:pt x="2175" y="568"/>
                </a:cubicBezTo>
                <a:cubicBezTo>
                  <a:pt x="2264" y="570"/>
                  <a:pt x="2354" y="576"/>
                  <a:pt x="2443" y="576"/>
                </a:cubicBezTo>
                <a:cubicBezTo>
                  <a:pt x="2464" y="576"/>
                  <a:pt x="2485" y="566"/>
                  <a:pt x="2503" y="556"/>
                </a:cubicBezTo>
                <a:cubicBezTo>
                  <a:pt x="2511" y="551"/>
                  <a:pt x="2527" y="540"/>
                  <a:pt x="2527" y="540"/>
                </a:cubicBezTo>
                <a:cubicBezTo>
                  <a:pt x="2532" y="532"/>
                  <a:pt x="2538" y="524"/>
                  <a:pt x="2543" y="516"/>
                </a:cubicBezTo>
                <a:cubicBezTo>
                  <a:pt x="2546" y="512"/>
                  <a:pt x="2551" y="504"/>
                  <a:pt x="2551" y="504"/>
                </a:cubicBezTo>
                <a:cubicBezTo>
                  <a:pt x="2558" y="478"/>
                  <a:pt x="2564" y="455"/>
                  <a:pt x="2567" y="428"/>
                </a:cubicBezTo>
                <a:cubicBezTo>
                  <a:pt x="2566" y="387"/>
                  <a:pt x="2565" y="345"/>
                  <a:pt x="2563" y="304"/>
                </a:cubicBezTo>
                <a:cubicBezTo>
                  <a:pt x="2558" y="207"/>
                  <a:pt x="2537" y="63"/>
                  <a:pt x="2423" y="40"/>
                </a:cubicBezTo>
                <a:cubicBezTo>
                  <a:pt x="2371" y="5"/>
                  <a:pt x="2257" y="10"/>
                  <a:pt x="2203" y="8"/>
                </a:cubicBezTo>
                <a:cubicBezTo>
                  <a:pt x="2168" y="4"/>
                  <a:pt x="2138" y="0"/>
                  <a:pt x="2103" y="0"/>
                </a:cubicBezTo>
                <a:lnTo>
                  <a:pt x="2075" y="8"/>
                </a:ln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EF8114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22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1026">
            <a:extLst>
              <a:ext uri="{FF2B5EF4-FFF2-40B4-BE49-F238E27FC236}">
                <a16:creationId xmlns:a16="http://schemas.microsoft.com/office/drawing/2014/main" id="{8E1C1329-5680-81BA-A968-2B40D6D15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XML + XML-schema</a:t>
            </a:r>
            <a:endParaRPr lang="en-GB" altLang="nl-NL"/>
          </a:p>
        </p:txBody>
      </p:sp>
      <p:grpSp>
        <p:nvGrpSpPr>
          <p:cNvPr id="461827" name="Group 1027">
            <a:extLst>
              <a:ext uri="{FF2B5EF4-FFF2-40B4-BE49-F238E27FC236}">
                <a16:creationId xmlns:a16="http://schemas.microsoft.com/office/drawing/2014/main" id="{F98B0B3C-2526-9FB4-8C70-B2584140D262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1295400"/>
            <a:ext cx="3659188" cy="1981200"/>
            <a:chOff x="16" y="1152"/>
            <a:chExt cx="2305" cy="1248"/>
          </a:xfrm>
        </p:grpSpPr>
        <p:pic>
          <p:nvPicPr>
            <p:cNvPr id="461828" name="Picture 1028">
              <a:extLst>
                <a:ext uri="{FF2B5EF4-FFF2-40B4-BE49-F238E27FC236}">
                  <a16:creationId xmlns:a16="http://schemas.microsoft.com/office/drawing/2014/main" id="{7E8D359D-EA21-E2E3-C103-91E71ED3A7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1152"/>
              <a:ext cx="2177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1829" name="Rectangle 1029">
              <a:extLst>
                <a:ext uri="{FF2B5EF4-FFF2-40B4-BE49-F238E27FC236}">
                  <a16:creationId xmlns:a16="http://schemas.microsoft.com/office/drawing/2014/main" id="{AD2AC58F-F3B7-864C-0723-3CDB131AA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" y="1152"/>
              <a:ext cx="144" cy="1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61830" name="Text Box 1030">
            <a:extLst>
              <a:ext uri="{FF2B5EF4-FFF2-40B4-BE49-F238E27FC236}">
                <a16:creationId xmlns:a16="http://schemas.microsoft.com/office/drawing/2014/main" id="{73514954-4525-54E3-5FB3-115888F48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05200"/>
            <a:ext cx="5746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5400" b="1">
                <a:latin typeface="Times" panose="02020603050405020304" pitchFamily="18" charset="0"/>
              </a:rPr>
              <a:t>+</a:t>
            </a:r>
          </a:p>
        </p:txBody>
      </p:sp>
      <p:grpSp>
        <p:nvGrpSpPr>
          <p:cNvPr id="461831" name="Group 1031">
            <a:extLst>
              <a:ext uri="{FF2B5EF4-FFF2-40B4-BE49-F238E27FC236}">
                <a16:creationId xmlns:a16="http://schemas.microsoft.com/office/drawing/2014/main" id="{11060C4C-0335-FAB3-FD59-652950D54046}"/>
              </a:ext>
            </a:extLst>
          </p:cNvPr>
          <p:cNvGrpSpPr>
            <a:grpSpLocks/>
          </p:cNvGrpSpPr>
          <p:nvPr/>
        </p:nvGrpSpPr>
        <p:grpSpPr bwMode="auto">
          <a:xfrm>
            <a:off x="0" y="4343400"/>
            <a:ext cx="6810375" cy="1752600"/>
            <a:chOff x="264" y="2736"/>
            <a:chExt cx="4290" cy="1104"/>
          </a:xfrm>
        </p:grpSpPr>
        <p:pic>
          <p:nvPicPr>
            <p:cNvPr id="461832" name="Picture 1032">
              <a:extLst>
                <a:ext uri="{FF2B5EF4-FFF2-40B4-BE49-F238E27FC236}">
                  <a16:creationId xmlns:a16="http://schemas.microsoft.com/office/drawing/2014/main" id="{21FDA114-AFB4-2D93-142F-B6BFF486C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784"/>
              <a:ext cx="4122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1833" name="Rectangle 1033">
              <a:extLst>
                <a:ext uri="{FF2B5EF4-FFF2-40B4-BE49-F238E27FC236}">
                  <a16:creationId xmlns:a16="http://schemas.microsoft.com/office/drawing/2014/main" id="{35F41D19-644C-BB5E-B0F7-9D5BD5E7B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2736"/>
              <a:ext cx="192" cy="1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61834" name="Text Box 1034">
            <a:extLst>
              <a:ext uri="{FF2B5EF4-FFF2-40B4-BE49-F238E27FC236}">
                <a16:creationId xmlns:a16="http://schemas.microsoft.com/office/drawing/2014/main" id="{761B84E9-A79E-A44D-79AB-0ACB4587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648200"/>
            <a:ext cx="1981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nl-NL" sz="1600" b="1">
                <a:latin typeface="Arial" panose="020B0604020202020204" pitchFamily="34" charset="0"/>
              </a:rPr>
              <a:t>XML-schema </a:t>
            </a:r>
          </a:p>
          <a:p>
            <a:pPr algn="r"/>
            <a:r>
              <a:rPr lang="en-US" altLang="nl-NL" sz="1600" b="1">
                <a:latin typeface="Arial" panose="020B0604020202020204" pitchFamily="34" charset="0"/>
              </a:rPr>
              <a:t>voor </a:t>
            </a:r>
          </a:p>
          <a:p>
            <a:pPr algn="r"/>
            <a:r>
              <a:rPr lang="en-US" altLang="nl-NL" sz="1600" b="1">
                <a:latin typeface="Arial" panose="020B0604020202020204" pitchFamily="34" charset="0"/>
              </a:rPr>
              <a:t>Weerrapportages</a:t>
            </a:r>
          </a:p>
        </p:txBody>
      </p:sp>
      <p:sp>
        <p:nvSpPr>
          <p:cNvPr id="461835" name="Text Box 1035">
            <a:extLst>
              <a:ext uri="{FF2B5EF4-FFF2-40B4-BE49-F238E27FC236}">
                <a16:creationId xmlns:a16="http://schemas.microsoft.com/office/drawing/2014/main" id="{86DCDBA5-7635-F48E-FDD5-888684A26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638300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nl-NL" sz="1800">
                <a:latin typeface="Arial" panose="020B0604020202020204" pitchFamily="34" charset="0"/>
              </a:rPr>
              <a:t>Well-formed XML Weerrapport</a:t>
            </a:r>
          </a:p>
        </p:txBody>
      </p:sp>
      <p:sp>
        <p:nvSpPr>
          <p:cNvPr id="461836" name="AutoShape 1036">
            <a:extLst>
              <a:ext uri="{FF2B5EF4-FFF2-40B4-BE49-F238E27FC236}">
                <a16:creationId xmlns:a16="http://schemas.microsoft.com/office/drawing/2014/main" id="{451E70FA-1C79-64EA-DB04-EC4E87CFA428}"/>
              </a:ext>
            </a:extLst>
          </p:cNvPr>
          <p:cNvSpPr>
            <a:spLocks/>
          </p:cNvSpPr>
          <p:nvPr/>
        </p:nvSpPr>
        <p:spPr bwMode="auto">
          <a:xfrm>
            <a:off x="6629400" y="1143000"/>
            <a:ext cx="381000" cy="1676400"/>
          </a:xfrm>
          <a:prstGeom prst="rightBrace">
            <a:avLst>
              <a:gd name="adj1" fmla="val 3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61837" name="AutoShape 1037">
            <a:extLst>
              <a:ext uri="{FF2B5EF4-FFF2-40B4-BE49-F238E27FC236}">
                <a16:creationId xmlns:a16="http://schemas.microsoft.com/office/drawing/2014/main" id="{5F37092F-CCDF-6600-B914-D4A1580029D4}"/>
              </a:ext>
            </a:extLst>
          </p:cNvPr>
          <p:cNvSpPr>
            <a:spLocks/>
          </p:cNvSpPr>
          <p:nvPr/>
        </p:nvSpPr>
        <p:spPr bwMode="auto">
          <a:xfrm>
            <a:off x="6705600" y="4343400"/>
            <a:ext cx="381000" cy="1676400"/>
          </a:xfrm>
          <a:prstGeom prst="rightBrace">
            <a:avLst>
              <a:gd name="adj1" fmla="val 3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050">
            <a:extLst>
              <a:ext uri="{FF2B5EF4-FFF2-40B4-BE49-F238E27FC236}">
                <a16:creationId xmlns:a16="http://schemas.microsoft.com/office/drawing/2014/main" id="{4CE6A945-3BCA-6AF2-4FE0-1FBC2FF29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= Resultaat (Valid XML)</a:t>
            </a:r>
            <a:endParaRPr lang="en-GB" altLang="nl-NL"/>
          </a:p>
        </p:txBody>
      </p:sp>
      <p:grpSp>
        <p:nvGrpSpPr>
          <p:cNvPr id="462859" name="Group 2059">
            <a:extLst>
              <a:ext uri="{FF2B5EF4-FFF2-40B4-BE49-F238E27FC236}">
                <a16:creationId xmlns:a16="http://schemas.microsoft.com/office/drawing/2014/main" id="{0316E7EF-D897-0BDC-20E2-88946D4802C5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1219200"/>
            <a:ext cx="7073900" cy="3276600"/>
            <a:chOff x="680" y="576"/>
            <a:chExt cx="4456" cy="2064"/>
          </a:xfrm>
        </p:grpSpPr>
        <p:grpSp>
          <p:nvGrpSpPr>
            <p:cNvPr id="462860" name="Group 2060">
              <a:extLst>
                <a:ext uri="{FF2B5EF4-FFF2-40B4-BE49-F238E27FC236}">
                  <a16:creationId xmlns:a16="http://schemas.microsoft.com/office/drawing/2014/main" id="{C47C1B11-D285-E858-38F5-21C1DA79B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" y="576"/>
              <a:ext cx="4456" cy="2064"/>
              <a:chOff x="680" y="576"/>
              <a:chExt cx="4456" cy="2064"/>
            </a:xfrm>
          </p:grpSpPr>
          <p:pic>
            <p:nvPicPr>
              <p:cNvPr id="462861" name="Picture 2061">
                <a:extLst>
                  <a:ext uri="{FF2B5EF4-FFF2-40B4-BE49-F238E27FC236}">
                    <a16:creationId xmlns:a16="http://schemas.microsoft.com/office/drawing/2014/main" id="{54E60150-CA44-0F0E-AC74-533294F88B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" y="672"/>
                <a:ext cx="4326" cy="16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62862" name="Rectangle 2062">
                <a:extLst>
                  <a:ext uri="{FF2B5EF4-FFF2-40B4-BE49-F238E27FC236}">
                    <a16:creationId xmlns:a16="http://schemas.microsoft.com/office/drawing/2014/main" id="{057C6BB1-3B24-8FA8-79F4-87BE3983F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" y="576"/>
                <a:ext cx="144" cy="2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62863" name="Rectangle 2063">
                <a:extLst>
                  <a:ext uri="{FF2B5EF4-FFF2-40B4-BE49-F238E27FC236}">
                    <a16:creationId xmlns:a16="http://schemas.microsoft.com/office/drawing/2014/main" id="{8746A677-933A-3F0E-0C4D-C51556ACD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44"/>
                <a:ext cx="432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pic>
          <p:nvPicPr>
            <p:cNvPr id="462864" name="Picture 2064">
              <a:extLst>
                <a:ext uri="{FF2B5EF4-FFF2-40B4-BE49-F238E27FC236}">
                  <a16:creationId xmlns:a16="http://schemas.microsoft.com/office/drawing/2014/main" id="{D0FBA1FA-969A-8ED7-4D78-14D5F2DA3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2261"/>
              <a:ext cx="4302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2865" name="Rectangle 2065">
              <a:extLst>
                <a:ext uri="{FF2B5EF4-FFF2-40B4-BE49-F238E27FC236}">
                  <a16:creationId xmlns:a16="http://schemas.microsoft.com/office/drawing/2014/main" id="{446F79C0-24A3-C406-B728-DC176D191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624"/>
              <a:ext cx="96" cy="2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62866" name="Rectangle 2066">
              <a:extLst>
                <a:ext uri="{FF2B5EF4-FFF2-40B4-BE49-F238E27FC236}">
                  <a16:creationId xmlns:a16="http://schemas.microsoft.com/office/drawing/2014/main" id="{21531F20-81A4-6C0C-2E71-E5BB53DDF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52"/>
              <a:ext cx="4320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62867" name="Oval 2067">
            <a:extLst>
              <a:ext uri="{FF2B5EF4-FFF2-40B4-BE49-F238E27FC236}">
                <a16:creationId xmlns:a16="http://schemas.microsoft.com/office/drawing/2014/main" id="{BC573AAA-B9EE-2A22-D560-E9D54399B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1739900"/>
            <a:ext cx="1447800" cy="3048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1026">
            <a:extLst>
              <a:ext uri="{FF2B5EF4-FFF2-40B4-BE49-F238E27FC236}">
                <a16:creationId xmlns:a16="http://schemas.microsoft.com/office/drawing/2014/main" id="{0D5286CE-F23D-9181-B0B7-AC31ABC70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van Structuur</a:t>
            </a:r>
            <a:endParaRPr lang="en-GB" altLang="nl-NL"/>
          </a:p>
        </p:txBody>
      </p:sp>
      <p:sp>
        <p:nvSpPr>
          <p:cNvPr id="468995" name="Rectangle 1027">
            <a:extLst>
              <a:ext uri="{FF2B5EF4-FFF2-40B4-BE49-F238E27FC236}">
                <a16:creationId xmlns:a16="http://schemas.microsoft.com/office/drawing/2014/main" id="{8B2D0599-C153-36E4-7A16-21133E7D6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 sz="2000">
                <a:solidFill>
                  <a:schemeClr val="tx1"/>
                </a:solidFill>
              </a:rPr>
              <a:t>Boek</a:t>
            </a:r>
          </a:p>
          <a:p>
            <a:pPr lvl="1"/>
            <a:r>
              <a:rPr lang="en-US" altLang="nl-NL" sz="1600">
                <a:solidFill>
                  <a:schemeClr val="tx1"/>
                </a:solidFill>
              </a:rPr>
              <a:t>Kaft</a:t>
            </a:r>
          </a:p>
          <a:p>
            <a:pPr lvl="1"/>
            <a:r>
              <a:rPr lang="en-US" altLang="nl-NL" sz="1600">
                <a:solidFill>
                  <a:schemeClr val="tx1"/>
                </a:solidFill>
              </a:rPr>
              <a:t>Inhoud</a:t>
            </a:r>
          </a:p>
          <a:p>
            <a:pPr lvl="2"/>
            <a:r>
              <a:rPr lang="en-US" altLang="nl-NL" sz="1600">
                <a:solidFill>
                  <a:schemeClr val="tx1"/>
                </a:solidFill>
              </a:rPr>
              <a:t>Titel beschrijving</a:t>
            </a:r>
            <a:endParaRPr lang="en-US" altLang="nl-NL" sz="1400">
              <a:solidFill>
                <a:schemeClr val="tx1"/>
              </a:solidFill>
            </a:endParaRP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Titel</a:t>
            </a: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Auteur</a:t>
            </a: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Uitgever</a:t>
            </a:r>
          </a:p>
          <a:p>
            <a:pPr lvl="2"/>
            <a:r>
              <a:rPr lang="en-US" altLang="nl-NL" sz="1600">
                <a:solidFill>
                  <a:schemeClr val="tx1"/>
                </a:solidFill>
              </a:rPr>
              <a:t>Inhoudsopgave</a:t>
            </a:r>
            <a:endParaRPr lang="en-US" altLang="nl-NL" sz="1400">
              <a:solidFill>
                <a:schemeClr val="tx1"/>
              </a:solidFill>
            </a:endParaRP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Titel</a:t>
            </a:r>
          </a:p>
          <a:p>
            <a:pPr lvl="2"/>
            <a:r>
              <a:rPr lang="en-US" altLang="nl-NL" sz="1600">
                <a:solidFill>
                  <a:schemeClr val="tx1"/>
                </a:solidFill>
              </a:rPr>
              <a:t>Hoofdstuk</a:t>
            </a: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Titel</a:t>
            </a:r>
          </a:p>
          <a:p>
            <a:pPr lvl="3"/>
            <a:r>
              <a:rPr lang="en-US" altLang="nl-NL" sz="1600">
                <a:solidFill>
                  <a:schemeClr val="tx1"/>
                </a:solidFill>
              </a:rPr>
              <a:t>Paragraaf</a:t>
            </a:r>
          </a:p>
          <a:p>
            <a:pPr lvl="4">
              <a:buFontTx/>
              <a:buChar char="•"/>
            </a:pPr>
            <a:r>
              <a:rPr lang="en-US" altLang="nl-NL" sz="1600" b="1">
                <a:solidFill>
                  <a:schemeClr val="tx1"/>
                </a:solidFill>
              </a:rPr>
              <a:t>Tekst</a:t>
            </a:r>
            <a:endParaRPr lang="en-GB" altLang="nl-NL" sz="1600" b="1">
              <a:solidFill>
                <a:schemeClr val="tx1"/>
              </a:solidFill>
            </a:endParaRPr>
          </a:p>
          <a:p>
            <a:endParaRPr lang="en-GB" altLang="nl-NL"/>
          </a:p>
        </p:txBody>
      </p:sp>
      <p:sp>
        <p:nvSpPr>
          <p:cNvPr id="468997" name="Freeform 1029">
            <a:extLst>
              <a:ext uri="{FF2B5EF4-FFF2-40B4-BE49-F238E27FC236}">
                <a16:creationId xmlns:a16="http://schemas.microsoft.com/office/drawing/2014/main" id="{8F2B3293-C8D5-367C-BBAF-4A2536BB0365}"/>
              </a:ext>
            </a:extLst>
          </p:cNvPr>
          <p:cNvSpPr>
            <a:spLocks/>
          </p:cNvSpPr>
          <p:nvPr/>
        </p:nvSpPr>
        <p:spPr bwMode="auto">
          <a:xfrm>
            <a:off x="641350" y="1333500"/>
            <a:ext cx="3290888" cy="3000375"/>
          </a:xfrm>
          <a:custGeom>
            <a:avLst/>
            <a:gdLst>
              <a:gd name="T0" fmla="*/ 46 w 2073"/>
              <a:gd name="T1" fmla="*/ 204 h 1890"/>
              <a:gd name="T2" fmla="*/ 46 w 2073"/>
              <a:gd name="T3" fmla="*/ 1080 h 1890"/>
              <a:gd name="T4" fmla="*/ 52 w 2073"/>
              <a:gd name="T5" fmla="*/ 1308 h 1890"/>
              <a:gd name="T6" fmla="*/ 82 w 2073"/>
              <a:gd name="T7" fmla="*/ 1602 h 1890"/>
              <a:gd name="T8" fmla="*/ 274 w 2073"/>
              <a:gd name="T9" fmla="*/ 1890 h 1890"/>
              <a:gd name="T10" fmla="*/ 592 w 2073"/>
              <a:gd name="T11" fmla="*/ 1872 h 1890"/>
              <a:gd name="T12" fmla="*/ 712 w 2073"/>
              <a:gd name="T13" fmla="*/ 1842 h 1890"/>
              <a:gd name="T14" fmla="*/ 1060 w 2073"/>
              <a:gd name="T15" fmla="*/ 1860 h 1890"/>
              <a:gd name="T16" fmla="*/ 1660 w 2073"/>
              <a:gd name="T17" fmla="*/ 1854 h 1890"/>
              <a:gd name="T18" fmla="*/ 1942 w 2073"/>
              <a:gd name="T19" fmla="*/ 1608 h 1890"/>
              <a:gd name="T20" fmla="*/ 1978 w 2073"/>
              <a:gd name="T21" fmla="*/ 1542 h 1890"/>
              <a:gd name="T22" fmla="*/ 2044 w 2073"/>
              <a:gd name="T23" fmla="*/ 1392 h 1890"/>
              <a:gd name="T24" fmla="*/ 2062 w 2073"/>
              <a:gd name="T25" fmla="*/ 1284 h 1890"/>
              <a:gd name="T26" fmla="*/ 2014 w 2073"/>
              <a:gd name="T27" fmla="*/ 864 h 1890"/>
              <a:gd name="T28" fmla="*/ 1990 w 2073"/>
              <a:gd name="T29" fmla="*/ 810 h 1890"/>
              <a:gd name="T30" fmla="*/ 1954 w 2073"/>
              <a:gd name="T31" fmla="*/ 726 h 1890"/>
              <a:gd name="T32" fmla="*/ 1942 w 2073"/>
              <a:gd name="T33" fmla="*/ 690 h 1890"/>
              <a:gd name="T34" fmla="*/ 1888 w 2073"/>
              <a:gd name="T35" fmla="*/ 618 h 1890"/>
              <a:gd name="T36" fmla="*/ 1816 w 2073"/>
              <a:gd name="T37" fmla="*/ 552 h 1890"/>
              <a:gd name="T38" fmla="*/ 1630 w 2073"/>
              <a:gd name="T39" fmla="*/ 450 h 1890"/>
              <a:gd name="T40" fmla="*/ 1552 w 2073"/>
              <a:gd name="T41" fmla="*/ 384 h 1890"/>
              <a:gd name="T42" fmla="*/ 1354 w 2073"/>
              <a:gd name="T43" fmla="*/ 282 h 1890"/>
              <a:gd name="T44" fmla="*/ 1222 w 2073"/>
              <a:gd name="T45" fmla="*/ 234 h 1890"/>
              <a:gd name="T46" fmla="*/ 1006 w 2073"/>
              <a:gd name="T47" fmla="*/ 150 h 1890"/>
              <a:gd name="T48" fmla="*/ 796 w 2073"/>
              <a:gd name="T49" fmla="*/ 90 h 1890"/>
              <a:gd name="T50" fmla="*/ 568 w 2073"/>
              <a:gd name="T51" fmla="*/ 48 h 1890"/>
              <a:gd name="T52" fmla="*/ 40 w 2073"/>
              <a:gd name="T53" fmla="*/ 90 h 1890"/>
              <a:gd name="T54" fmla="*/ 46 w 2073"/>
              <a:gd name="T55" fmla="*/ 204 h 18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73" h="1890">
                <a:moveTo>
                  <a:pt x="46" y="204"/>
                </a:moveTo>
                <a:cubicBezTo>
                  <a:pt x="22" y="547"/>
                  <a:pt x="37" y="301"/>
                  <a:pt x="46" y="1080"/>
                </a:cubicBezTo>
                <a:cubicBezTo>
                  <a:pt x="47" y="1156"/>
                  <a:pt x="49" y="1232"/>
                  <a:pt x="52" y="1308"/>
                </a:cubicBezTo>
                <a:cubicBezTo>
                  <a:pt x="56" y="1406"/>
                  <a:pt x="69" y="1505"/>
                  <a:pt x="82" y="1602"/>
                </a:cubicBezTo>
                <a:cubicBezTo>
                  <a:pt x="102" y="1752"/>
                  <a:pt x="105" y="1856"/>
                  <a:pt x="274" y="1890"/>
                </a:cubicBezTo>
                <a:cubicBezTo>
                  <a:pt x="445" y="1886"/>
                  <a:pt x="472" y="1889"/>
                  <a:pt x="592" y="1872"/>
                </a:cubicBezTo>
                <a:cubicBezTo>
                  <a:pt x="631" y="1859"/>
                  <a:pt x="672" y="1850"/>
                  <a:pt x="712" y="1842"/>
                </a:cubicBezTo>
                <a:cubicBezTo>
                  <a:pt x="783" y="1843"/>
                  <a:pt x="956" y="1825"/>
                  <a:pt x="1060" y="1860"/>
                </a:cubicBezTo>
                <a:cubicBezTo>
                  <a:pt x="1260" y="1858"/>
                  <a:pt x="1460" y="1858"/>
                  <a:pt x="1660" y="1854"/>
                </a:cubicBezTo>
                <a:cubicBezTo>
                  <a:pt x="1766" y="1852"/>
                  <a:pt x="1874" y="1676"/>
                  <a:pt x="1942" y="1608"/>
                </a:cubicBezTo>
                <a:cubicBezTo>
                  <a:pt x="1958" y="1559"/>
                  <a:pt x="1931" y="1635"/>
                  <a:pt x="1978" y="1542"/>
                </a:cubicBezTo>
                <a:cubicBezTo>
                  <a:pt x="2003" y="1492"/>
                  <a:pt x="2027" y="1444"/>
                  <a:pt x="2044" y="1392"/>
                </a:cubicBezTo>
                <a:cubicBezTo>
                  <a:pt x="2056" y="1357"/>
                  <a:pt x="2062" y="1284"/>
                  <a:pt x="2062" y="1284"/>
                </a:cubicBezTo>
                <a:cubicBezTo>
                  <a:pt x="2061" y="1228"/>
                  <a:pt x="2073" y="952"/>
                  <a:pt x="2014" y="864"/>
                </a:cubicBezTo>
                <a:cubicBezTo>
                  <a:pt x="2001" y="797"/>
                  <a:pt x="2019" y="869"/>
                  <a:pt x="1990" y="810"/>
                </a:cubicBezTo>
                <a:cubicBezTo>
                  <a:pt x="1977" y="784"/>
                  <a:pt x="1966" y="753"/>
                  <a:pt x="1954" y="726"/>
                </a:cubicBezTo>
                <a:cubicBezTo>
                  <a:pt x="1949" y="714"/>
                  <a:pt x="1949" y="701"/>
                  <a:pt x="1942" y="690"/>
                </a:cubicBezTo>
                <a:cubicBezTo>
                  <a:pt x="1926" y="665"/>
                  <a:pt x="1906" y="642"/>
                  <a:pt x="1888" y="618"/>
                </a:cubicBezTo>
                <a:cubicBezTo>
                  <a:pt x="1867" y="590"/>
                  <a:pt x="1849" y="563"/>
                  <a:pt x="1816" y="552"/>
                </a:cubicBezTo>
                <a:cubicBezTo>
                  <a:pt x="1758" y="508"/>
                  <a:pt x="1694" y="482"/>
                  <a:pt x="1630" y="450"/>
                </a:cubicBezTo>
                <a:cubicBezTo>
                  <a:pt x="1601" y="435"/>
                  <a:pt x="1577" y="405"/>
                  <a:pt x="1552" y="384"/>
                </a:cubicBezTo>
                <a:cubicBezTo>
                  <a:pt x="1497" y="337"/>
                  <a:pt x="1424" y="299"/>
                  <a:pt x="1354" y="282"/>
                </a:cubicBezTo>
                <a:cubicBezTo>
                  <a:pt x="1323" y="261"/>
                  <a:pt x="1260" y="243"/>
                  <a:pt x="1222" y="234"/>
                </a:cubicBezTo>
                <a:cubicBezTo>
                  <a:pt x="1167" y="197"/>
                  <a:pt x="1072" y="163"/>
                  <a:pt x="1006" y="150"/>
                </a:cubicBezTo>
                <a:cubicBezTo>
                  <a:pt x="953" y="124"/>
                  <a:pt x="857" y="102"/>
                  <a:pt x="796" y="90"/>
                </a:cubicBezTo>
                <a:cubicBezTo>
                  <a:pt x="717" y="74"/>
                  <a:pt x="649" y="54"/>
                  <a:pt x="568" y="48"/>
                </a:cubicBezTo>
                <a:cubicBezTo>
                  <a:pt x="511" y="49"/>
                  <a:pt x="175" y="0"/>
                  <a:pt x="40" y="90"/>
                </a:cubicBezTo>
                <a:cubicBezTo>
                  <a:pt x="32" y="113"/>
                  <a:pt x="0" y="227"/>
                  <a:pt x="46" y="204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EF8114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42" name="Picture 1026">
            <a:extLst>
              <a:ext uri="{FF2B5EF4-FFF2-40B4-BE49-F238E27FC236}">
                <a16:creationId xmlns:a16="http://schemas.microsoft.com/office/drawing/2014/main" id="{8EAED3E5-4FF6-4F39-3733-141122FB8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57200"/>
            <a:ext cx="3794125" cy="57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1043" name="Group 1027">
            <a:extLst>
              <a:ext uri="{FF2B5EF4-FFF2-40B4-BE49-F238E27FC236}">
                <a16:creationId xmlns:a16="http://schemas.microsoft.com/office/drawing/2014/main" id="{B2533498-B9EB-CAD1-9675-4F60DCA8CAA1}"/>
              </a:ext>
            </a:extLst>
          </p:cNvPr>
          <p:cNvGrpSpPr>
            <a:grpSpLocks/>
          </p:cNvGrpSpPr>
          <p:nvPr/>
        </p:nvGrpSpPr>
        <p:grpSpPr bwMode="auto">
          <a:xfrm>
            <a:off x="1663700" y="533400"/>
            <a:ext cx="1155700" cy="5486400"/>
            <a:chOff x="1048" y="336"/>
            <a:chExt cx="728" cy="3456"/>
          </a:xfrm>
        </p:grpSpPr>
        <p:sp>
          <p:nvSpPr>
            <p:cNvPr id="471044" name="Text Box 1028">
              <a:extLst>
                <a:ext uri="{FF2B5EF4-FFF2-40B4-BE49-F238E27FC236}">
                  <a16:creationId xmlns:a16="http://schemas.microsoft.com/office/drawing/2014/main" id="{E4ACA045-0F2B-D571-1D0F-FBC7E7C48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" y="1968"/>
              <a:ext cx="6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Hoofdstuk</a:t>
              </a:r>
              <a:endParaRPr lang="en-US" altLang="nl-NL" u="sng"/>
            </a:p>
          </p:txBody>
        </p:sp>
        <p:sp>
          <p:nvSpPr>
            <p:cNvPr id="471045" name="AutoShape 1029">
              <a:extLst>
                <a:ext uri="{FF2B5EF4-FFF2-40B4-BE49-F238E27FC236}">
                  <a16:creationId xmlns:a16="http://schemas.microsoft.com/office/drawing/2014/main" id="{1741A709-CA40-0D10-65C1-AE808B164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36"/>
              <a:ext cx="96" cy="3456"/>
            </a:xfrm>
            <a:prstGeom prst="leftBrace">
              <a:avLst>
                <a:gd name="adj1" fmla="val 30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471046" name="Group 1030">
            <a:extLst>
              <a:ext uri="{FF2B5EF4-FFF2-40B4-BE49-F238E27FC236}">
                <a16:creationId xmlns:a16="http://schemas.microsoft.com/office/drawing/2014/main" id="{718AA71F-8BD9-87CF-0555-E2929C83988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524000"/>
            <a:ext cx="990600" cy="3276600"/>
            <a:chOff x="1728" y="960"/>
            <a:chExt cx="624" cy="2064"/>
          </a:xfrm>
        </p:grpSpPr>
        <p:sp>
          <p:nvSpPr>
            <p:cNvPr id="471047" name="AutoShape 1031">
              <a:extLst>
                <a:ext uri="{FF2B5EF4-FFF2-40B4-BE49-F238E27FC236}">
                  <a16:creationId xmlns:a16="http://schemas.microsoft.com/office/drawing/2014/main" id="{83CC4C55-CA0D-F1A2-E50F-DDA9BC11E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960"/>
              <a:ext cx="96" cy="2064"/>
            </a:xfrm>
            <a:prstGeom prst="leftBrace">
              <a:avLst>
                <a:gd name="adj1" fmla="val 17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1048" name="Text Box 1032">
              <a:extLst>
                <a:ext uri="{FF2B5EF4-FFF2-40B4-BE49-F238E27FC236}">
                  <a16:creationId xmlns:a16="http://schemas.microsoft.com/office/drawing/2014/main" id="{5AC4F1FA-F482-9621-A75F-8227A1516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72"/>
              <a:ext cx="5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Paragraaf</a:t>
              </a:r>
              <a:endParaRPr lang="en-US" altLang="nl-NL" u="sng"/>
            </a:p>
          </p:txBody>
        </p:sp>
      </p:grpSp>
      <p:grpSp>
        <p:nvGrpSpPr>
          <p:cNvPr id="471049" name="Group 1033">
            <a:extLst>
              <a:ext uri="{FF2B5EF4-FFF2-40B4-BE49-F238E27FC236}">
                <a16:creationId xmlns:a16="http://schemas.microsoft.com/office/drawing/2014/main" id="{CE780CBA-07C3-7693-744F-731ED687082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00600"/>
            <a:ext cx="990600" cy="990600"/>
            <a:chOff x="1632" y="2880"/>
            <a:chExt cx="624" cy="624"/>
          </a:xfrm>
        </p:grpSpPr>
        <p:sp>
          <p:nvSpPr>
            <p:cNvPr id="471050" name="AutoShape 1034">
              <a:extLst>
                <a:ext uri="{FF2B5EF4-FFF2-40B4-BE49-F238E27FC236}">
                  <a16:creationId xmlns:a16="http://schemas.microsoft.com/office/drawing/2014/main" id="{E67B9E20-0FE1-D3EB-7A5A-DA5FF26D3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880"/>
              <a:ext cx="96" cy="624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1051" name="Text Box 1035">
              <a:extLst>
                <a:ext uri="{FF2B5EF4-FFF2-40B4-BE49-F238E27FC236}">
                  <a16:creationId xmlns:a16="http://schemas.microsoft.com/office/drawing/2014/main" id="{327769BE-0511-FD69-964A-EFF0CE37C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72"/>
              <a:ext cx="5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Paragraaf</a:t>
              </a:r>
              <a:endParaRPr lang="en-US" altLang="nl-NL" u="sng"/>
            </a:p>
          </p:txBody>
        </p:sp>
      </p:grpSp>
      <p:grpSp>
        <p:nvGrpSpPr>
          <p:cNvPr id="471052" name="Group 1036">
            <a:extLst>
              <a:ext uri="{FF2B5EF4-FFF2-40B4-BE49-F238E27FC236}">
                <a16:creationId xmlns:a16="http://schemas.microsoft.com/office/drawing/2014/main" id="{904F271B-2D28-C6A2-A0AE-F0F46647FCC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676400"/>
            <a:ext cx="1219200" cy="1295400"/>
            <a:chOff x="4224" y="912"/>
            <a:chExt cx="768" cy="816"/>
          </a:xfrm>
        </p:grpSpPr>
        <p:grpSp>
          <p:nvGrpSpPr>
            <p:cNvPr id="471053" name="Group 1037">
              <a:extLst>
                <a:ext uri="{FF2B5EF4-FFF2-40B4-BE49-F238E27FC236}">
                  <a16:creationId xmlns:a16="http://schemas.microsoft.com/office/drawing/2014/main" id="{402EE13D-4D66-1986-695C-62D3F0F6CB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912"/>
              <a:ext cx="96" cy="816"/>
              <a:chOff x="4224" y="912"/>
              <a:chExt cx="96" cy="816"/>
            </a:xfrm>
          </p:grpSpPr>
          <p:sp>
            <p:nvSpPr>
              <p:cNvPr id="471054" name="Line 1038">
                <a:extLst>
                  <a:ext uri="{FF2B5EF4-FFF2-40B4-BE49-F238E27FC236}">
                    <a16:creationId xmlns:a16="http://schemas.microsoft.com/office/drawing/2014/main" id="{88BD3ECF-9EF3-D044-C39D-D11314E7D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912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55" name="Line 1039">
                <a:extLst>
                  <a:ext uri="{FF2B5EF4-FFF2-40B4-BE49-F238E27FC236}">
                    <a16:creationId xmlns:a16="http://schemas.microsoft.com/office/drawing/2014/main" id="{305D9999-46FA-DAAA-2601-5A64F38AE7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56" name="Line 1040">
                <a:extLst>
                  <a:ext uri="{FF2B5EF4-FFF2-40B4-BE49-F238E27FC236}">
                    <a16:creationId xmlns:a16="http://schemas.microsoft.com/office/drawing/2014/main" id="{BBBB4689-6EF9-BCD0-BDB8-4AA2A43D3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91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471057" name="Text Box 1041">
              <a:extLst>
                <a:ext uri="{FF2B5EF4-FFF2-40B4-BE49-F238E27FC236}">
                  <a16:creationId xmlns:a16="http://schemas.microsoft.com/office/drawing/2014/main" id="{197431AB-3F75-FE51-C652-C48F86CB2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00"/>
              <a:ext cx="5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Tekst</a:t>
              </a:r>
              <a:endParaRPr lang="en-US" altLang="nl-NL" u="sng"/>
            </a:p>
          </p:txBody>
        </p:sp>
      </p:grpSp>
      <p:grpSp>
        <p:nvGrpSpPr>
          <p:cNvPr id="471058" name="Group 1042">
            <a:extLst>
              <a:ext uri="{FF2B5EF4-FFF2-40B4-BE49-F238E27FC236}">
                <a16:creationId xmlns:a16="http://schemas.microsoft.com/office/drawing/2014/main" id="{2717A9F4-F707-DF79-710F-78F6A88DC3A2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048000"/>
            <a:ext cx="1295400" cy="1600200"/>
            <a:chOff x="4224" y="1776"/>
            <a:chExt cx="816" cy="1008"/>
          </a:xfrm>
        </p:grpSpPr>
        <p:grpSp>
          <p:nvGrpSpPr>
            <p:cNvPr id="471059" name="Group 1043">
              <a:extLst>
                <a:ext uri="{FF2B5EF4-FFF2-40B4-BE49-F238E27FC236}">
                  <a16:creationId xmlns:a16="http://schemas.microsoft.com/office/drawing/2014/main" id="{6701940F-B997-90A4-961C-E0B6065FB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776"/>
              <a:ext cx="96" cy="1008"/>
              <a:chOff x="4224" y="912"/>
              <a:chExt cx="96" cy="816"/>
            </a:xfrm>
          </p:grpSpPr>
          <p:sp>
            <p:nvSpPr>
              <p:cNvPr id="471060" name="Line 1044">
                <a:extLst>
                  <a:ext uri="{FF2B5EF4-FFF2-40B4-BE49-F238E27FC236}">
                    <a16:creationId xmlns:a16="http://schemas.microsoft.com/office/drawing/2014/main" id="{95E9E0CB-6F1D-A8B0-C83A-E308FB262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912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61" name="Line 1045">
                <a:extLst>
                  <a:ext uri="{FF2B5EF4-FFF2-40B4-BE49-F238E27FC236}">
                    <a16:creationId xmlns:a16="http://schemas.microsoft.com/office/drawing/2014/main" id="{73FE38EB-C7F5-C066-DDDC-5922E441A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62" name="Line 1046">
                <a:extLst>
                  <a:ext uri="{FF2B5EF4-FFF2-40B4-BE49-F238E27FC236}">
                    <a16:creationId xmlns:a16="http://schemas.microsoft.com/office/drawing/2014/main" id="{3B80B80F-4596-8E5E-14DD-7B954BF3F0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91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471063" name="Text Box 1047">
              <a:extLst>
                <a:ext uri="{FF2B5EF4-FFF2-40B4-BE49-F238E27FC236}">
                  <a16:creationId xmlns:a16="http://schemas.microsoft.com/office/drawing/2014/main" id="{DA9E2F41-822D-8C34-3BF4-CB1FED2CC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16"/>
              <a:ext cx="5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Tekst</a:t>
              </a:r>
              <a:endParaRPr lang="en-US" altLang="nl-NL" u="sng"/>
            </a:p>
          </p:txBody>
        </p:sp>
      </p:grpSp>
      <p:grpSp>
        <p:nvGrpSpPr>
          <p:cNvPr id="471064" name="Group 1048">
            <a:extLst>
              <a:ext uri="{FF2B5EF4-FFF2-40B4-BE49-F238E27FC236}">
                <a16:creationId xmlns:a16="http://schemas.microsoft.com/office/drawing/2014/main" id="{0BD37835-D02E-57B9-550A-B9F33BF1F5F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876800"/>
            <a:ext cx="1295400" cy="762000"/>
            <a:chOff x="4224" y="2928"/>
            <a:chExt cx="816" cy="480"/>
          </a:xfrm>
        </p:grpSpPr>
        <p:grpSp>
          <p:nvGrpSpPr>
            <p:cNvPr id="471065" name="Group 1049">
              <a:extLst>
                <a:ext uri="{FF2B5EF4-FFF2-40B4-BE49-F238E27FC236}">
                  <a16:creationId xmlns:a16="http://schemas.microsoft.com/office/drawing/2014/main" id="{4188014E-FF9B-2A58-9BFD-3CE1E74CA4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928"/>
              <a:ext cx="96" cy="480"/>
              <a:chOff x="4224" y="912"/>
              <a:chExt cx="96" cy="816"/>
            </a:xfrm>
          </p:grpSpPr>
          <p:sp>
            <p:nvSpPr>
              <p:cNvPr id="471066" name="Line 1050">
                <a:extLst>
                  <a:ext uri="{FF2B5EF4-FFF2-40B4-BE49-F238E27FC236}">
                    <a16:creationId xmlns:a16="http://schemas.microsoft.com/office/drawing/2014/main" id="{0DECB500-7E9D-3D57-1F5F-616694619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912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67" name="Line 1051">
                <a:extLst>
                  <a:ext uri="{FF2B5EF4-FFF2-40B4-BE49-F238E27FC236}">
                    <a16:creationId xmlns:a16="http://schemas.microsoft.com/office/drawing/2014/main" id="{485040FE-7A07-8EC5-9BE0-14E452E47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1068" name="Line 1052">
                <a:extLst>
                  <a:ext uri="{FF2B5EF4-FFF2-40B4-BE49-F238E27FC236}">
                    <a16:creationId xmlns:a16="http://schemas.microsoft.com/office/drawing/2014/main" id="{12965D97-F7D3-F48B-D15A-1F5B8FE53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91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471069" name="Text Box 1053">
              <a:extLst>
                <a:ext uri="{FF2B5EF4-FFF2-40B4-BE49-F238E27FC236}">
                  <a16:creationId xmlns:a16="http://schemas.microsoft.com/office/drawing/2014/main" id="{375E8F2B-C840-485C-5BF2-218BEC457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024"/>
              <a:ext cx="5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Tekst</a:t>
              </a:r>
              <a:endParaRPr lang="en-US" altLang="nl-NL" u="sng"/>
            </a:p>
          </p:txBody>
        </p:sp>
      </p:grpSp>
      <p:grpSp>
        <p:nvGrpSpPr>
          <p:cNvPr id="471078" name="Group 1062">
            <a:extLst>
              <a:ext uri="{FF2B5EF4-FFF2-40B4-BE49-F238E27FC236}">
                <a16:creationId xmlns:a16="http://schemas.microsoft.com/office/drawing/2014/main" id="{18DF45D2-A077-370C-34C3-6BD20B94FA97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533400"/>
            <a:ext cx="4572000" cy="762000"/>
            <a:chOff x="2544" y="336"/>
            <a:chExt cx="2880" cy="480"/>
          </a:xfrm>
        </p:grpSpPr>
        <p:sp>
          <p:nvSpPr>
            <p:cNvPr id="471071" name="Oval 1055">
              <a:extLst>
                <a:ext uri="{FF2B5EF4-FFF2-40B4-BE49-F238E27FC236}">
                  <a16:creationId xmlns:a16="http://schemas.microsoft.com/office/drawing/2014/main" id="{14504CD3-87F7-8D13-184D-67A03C9CC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"/>
              <a:ext cx="1248" cy="4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1072" name="Text Box 1056">
              <a:extLst>
                <a:ext uri="{FF2B5EF4-FFF2-40B4-BE49-F238E27FC236}">
                  <a16:creationId xmlns:a16="http://schemas.microsoft.com/office/drawing/2014/main" id="{74427913-7B83-3F3B-A8C0-1FD85CC75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480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1400" u="sng"/>
                <a:t>Titel</a:t>
              </a:r>
              <a:endParaRPr lang="en-US" altLang="nl-NL" u="sng"/>
            </a:p>
          </p:txBody>
        </p:sp>
        <p:sp>
          <p:nvSpPr>
            <p:cNvPr id="471073" name="Line 1057">
              <a:extLst>
                <a:ext uri="{FF2B5EF4-FFF2-40B4-BE49-F238E27FC236}">
                  <a16:creationId xmlns:a16="http://schemas.microsoft.com/office/drawing/2014/main" id="{B7FE5C68-0836-83BE-2F54-176D19A4E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5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471077" name="Group 1061">
            <a:extLst>
              <a:ext uri="{FF2B5EF4-FFF2-40B4-BE49-F238E27FC236}">
                <a16:creationId xmlns:a16="http://schemas.microsoft.com/office/drawing/2014/main" id="{2049949F-6811-BF99-1E87-3164460DBE46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588000"/>
            <a:ext cx="1049338" cy="457200"/>
            <a:chOff x="4128" y="3520"/>
            <a:chExt cx="661" cy="288"/>
          </a:xfrm>
        </p:grpSpPr>
        <p:sp>
          <p:nvSpPr>
            <p:cNvPr id="471074" name="Oval 1058">
              <a:extLst>
                <a:ext uri="{FF2B5EF4-FFF2-40B4-BE49-F238E27FC236}">
                  <a16:creationId xmlns:a16="http://schemas.microsoft.com/office/drawing/2014/main" id="{A630FA7B-22D3-4B00-FF94-FD915C497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584"/>
              <a:ext cx="288" cy="1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1075" name="Line 1059">
              <a:extLst>
                <a:ext uri="{FF2B5EF4-FFF2-40B4-BE49-F238E27FC236}">
                  <a16:creationId xmlns:a16="http://schemas.microsoft.com/office/drawing/2014/main" id="{E4DB54A3-B9E3-7BFB-0340-9169A9605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684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1076" name="Text Box 1060">
              <a:extLst>
                <a:ext uri="{FF2B5EF4-FFF2-40B4-BE49-F238E27FC236}">
                  <a16:creationId xmlns:a16="http://schemas.microsoft.com/office/drawing/2014/main" id="{3DA503E6-B3D4-D004-E17C-4218B82DE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352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EF811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NL">
                  <a:solidFill>
                    <a:srgbClr val="FF0000"/>
                  </a:solidFill>
                </a:rPr>
                <a:t>?</a:t>
              </a:r>
              <a:endParaRPr lang="en-GB" altLang="nl-NL">
                <a:solidFill>
                  <a:srgbClr val="FF0000"/>
                </a:solidFill>
              </a:endParaRPr>
            </a:p>
          </p:txBody>
        </p:sp>
      </p:grpSp>
      <p:grpSp>
        <p:nvGrpSpPr>
          <p:cNvPr id="471083" name="Group 1067">
            <a:extLst>
              <a:ext uri="{FF2B5EF4-FFF2-40B4-BE49-F238E27FC236}">
                <a16:creationId xmlns:a16="http://schemas.microsoft.com/office/drawing/2014/main" id="{E10B4F89-53C1-2599-2803-0D64D756BAD2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84200"/>
            <a:ext cx="1016000" cy="457200"/>
            <a:chOff x="1968" y="368"/>
            <a:chExt cx="640" cy="288"/>
          </a:xfrm>
        </p:grpSpPr>
        <p:sp>
          <p:nvSpPr>
            <p:cNvPr id="471080" name="Oval 1064">
              <a:extLst>
                <a:ext uri="{FF2B5EF4-FFF2-40B4-BE49-F238E27FC236}">
                  <a16:creationId xmlns:a16="http://schemas.microsoft.com/office/drawing/2014/main" id="{010460A0-A977-DDB3-7678-C5485F170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" y="432"/>
              <a:ext cx="288" cy="1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1081" name="Line 1065">
              <a:extLst>
                <a:ext uri="{FF2B5EF4-FFF2-40B4-BE49-F238E27FC236}">
                  <a16:creationId xmlns:a16="http://schemas.microsoft.com/office/drawing/2014/main" id="{8F942307-3DC1-5E73-1170-E6750486F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532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1082" name="Text Box 1066">
              <a:extLst>
                <a:ext uri="{FF2B5EF4-FFF2-40B4-BE49-F238E27FC236}">
                  <a16:creationId xmlns:a16="http://schemas.microsoft.com/office/drawing/2014/main" id="{2A74570E-B40E-9EDA-6A87-5843E1B93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6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EF8114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nl-NL">
                  <a:solidFill>
                    <a:srgbClr val="FF0000"/>
                  </a:solidFill>
                </a:rPr>
                <a:t>?</a:t>
              </a:r>
              <a:endParaRPr lang="en-GB" altLang="nl-NL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7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7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>
            <a:extLst>
              <a:ext uri="{FF2B5EF4-FFF2-40B4-BE49-F238E27FC236}">
                <a16:creationId xmlns:a16="http://schemas.microsoft.com/office/drawing/2014/main" id="{8D041BDA-AC33-591C-6FB1-D7BB410EC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 van structuur</a:t>
            </a:r>
            <a:endParaRPr lang="en-GB" altLang="nl-NL"/>
          </a:p>
        </p:txBody>
      </p:sp>
      <p:grpSp>
        <p:nvGrpSpPr>
          <p:cNvPr id="470019" name="Group 3">
            <a:extLst>
              <a:ext uri="{FF2B5EF4-FFF2-40B4-BE49-F238E27FC236}">
                <a16:creationId xmlns:a16="http://schemas.microsoft.com/office/drawing/2014/main" id="{C718CC9C-11A6-299E-9038-93D20752B47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219200"/>
            <a:ext cx="7010400" cy="3870325"/>
            <a:chOff x="720" y="1056"/>
            <a:chExt cx="4416" cy="2438"/>
          </a:xfrm>
        </p:grpSpPr>
        <p:sp>
          <p:nvSpPr>
            <p:cNvPr id="470020" name="Line 4">
              <a:extLst>
                <a:ext uri="{FF2B5EF4-FFF2-40B4-BE49-F238E27FC236}">
                  <a16:creationId xmlns:a16="http://schemas.microsoft.com/office/drawing/2014/main" id="{027CEE5F-D58C-26E3-A236-DD2A9C447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73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grpSp>
          <p:nvGrpSpPr>
            <p:cNvPr id="470021" name="Group 5">
              <a:extLst>
                <a:ext uri="{FF2B5EF4-FFF2-40B4-BE49-F238E27FC236}">
                  <a16:creationId xmlns:a16="http://schemas.microsoft.com/office/drawing/2014/main" id="{572495DC-BBBA-9C91-16F5-07F997FF8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928"/>
              <a:ext cx="96" cy="432"/>
              <a:chOff x="3840" y="2448"/>
              <a:chExt cx="96" cy="432"/>
            </a:xfrm>
          </p:grpSpPr>
          <p:sp>
            <p:nvSpPr>
              <p:cNvPr id="470022" name="Line 6">
                <a:extLst>
                  <a:ext uri="{FF2B5EF4-FFF2-40B4-BE49-F238E27FC236}">
                    <a16:creationId xmlns:a16="http://schemas.microsoft.com/office/drawing/2014/main" id="{32417AD6-41FE-7630-DFF6-116FE71A3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23" name="Line 7">
                <a:extLst>
                  <a:ext uri="{FF2B5EF4-FFF2-40B4-BE49-F238E27FC236}">
                    <a16:creationId xmlns:a16="http://schemas.microsoft.com/office/drawing/2014/main" id="{DF7718F9-2F4B-F9A3-0DD0-783A9DEE6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24" name="Line 8">
                <a:extLst>
                  <a:ext uri="{FF2B5EF4-FFF2-40B4-BE49-F238E27FC236}">
                    <a16:creationId xmlns:a16="http://schemas.microsoft.com/office/drawing/2014/main" id="{C72731FA-D8E8-6864-6617-951D36432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448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25" name="Line 9">
                <a:extLst>
                  <a:ext uri="{FF2B5EF4-FFF2-40B4-BE49-F238E27FC236}">
                    <a16:creationId xmlns:a16="http://schemas.microsoft.com/office/drawing/2014/main" id="{1974E0D5-6296-FA83-D09E-1DADC9DEC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8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470026" name="Text Box 10">
              <a:extLst>
                <a:ext uri="{FF2B5EF4-FFF2-40B4-BE49-F238E27FC236}">
                  <a16:creationId xmlns:a16="http://schemas.microsoft.com/office/drawing/2014/main" id="{3BE06175-20E6-DDF4-6FB2-8AB4C514D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776"/>
              <a:ext cx="576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Boek</a:t>
              </a:r>
            </a:p>
          </p:txBody>
        </p:sp>
        <p:sp>
          <p:nvSpPr>
            <p:cNvPr id="470027" name="Text Box 11">
              <a:extLst>
                <a:ext uri="{FF2B5EF4-FFF2-40B4-BE49-F238E27FC236}">
                  <a16:creationId xmlns:a16="http://schemas.microsoft.com/office/drawing/2014/main" id="{A164495A-7083-CB3C-E3B6-9F44994CD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056"/>
              <a:ext cx="576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Kaft</a:t>
              </a:r>
            </a:p>
          </p:txBody>
        </p:sp>
        <p:sp>
          <p:nvSpPr>
            <p:cNvPr id="470028" name="Text Box 12">
              <a:extLst>
                <a:ext uri="{FF2B5EF4-FFF2-40B4-BE49-F238E27FC236}">
                  <a16:creationId xmlns:a16="http://schemas.microsoft.com/office/drawing/2014/main" id="{F201D0BB-0BC5-1618-4035-E6E1B125A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592"/>
              <a:ext cx="672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Inhoud</a:t>
              </a:r>
            </a:p>
          </p:txBody>
        </p:sp>
        <p:sp>
          <p:nvSpPr>
            <p:cNvPr id="470029" name="Line 13">
              <a:extLst>
                <a:ext uri="{FF2B5EF4-FFF2-40B4-BE49-F238E27FC236}">
                  <a16:creationId xmlns:a16="http://schemas.microsoft.com/office/drawing/2014/main" id="{16B4C12A-2F6B-6EAC-4B7C-BF5F55463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87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0" name="Line 14">
              <a:extLst>
                <a:ext uri="{FF2B5EF4-FFF2-40B4-BE49-F238E27FC236}">
                  <a16:creationId xmlns:a16="http://schemas.microsoft.com/office/drawing/2014/main" id="{12FFA45F-2388-946E-2A5E-4E85B1474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20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1" name="Line 15">
              <a:extLst>
                <a:ext uri="{FF2B5EF4-FFF2-40B4-BE49-F238E27FC236}">
                  <a16:creationId xmlns:a16="http://schemas.microsoft.com/office/drawing/2014/main" id="{A78120E9-BF4F-3D0F-EC3B-B6BBBC0EA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872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2" name="Line 16">
              <a:extLst>
                <a:ext uri="{FF2B5EF4-FFF2-40B4-BE49-F238E27FC236}">
                  <a16:creationId xmlns:a16="http://schemas.microsoft.com/office/drawing/2014/main" id="{A00A8EEA-BACE-22E4-CBE8-FB8AF1D46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20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3" name="Line 17">
              <a:extLst>
                <a:ext uri="{FF2B5EF4-FFF2-40B4-BE49-F238E27FC236}">
                  <a16:creationId xmlns:a16="http://schemas.microsoft.com/office/drawing/2014/main" id="{B0B31D82-477D-0A43-4159-63F6D8151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68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4" name="Line 18">
              <a:extLst>
                <a:ext uri="{FF2B5EF4-FFF2-40B4-BE49-F238E27FC236}">
                  <a16:creationId xmlns:a16="http://schemas.microsoft.com/office/drawing/2014/main" id="{520DEA89-F893-3C70-574A-C3F6B5ACC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5" name="Text Box 19">
              <a:extLst>
                <a:ext uri="{FF2B5EF4-FFF2-40B4-BE49-F238E27FC236}">
                  <a16:creationId xmlns:a16="http://schemas.microsoft.com/office/drawing/2014/main" id="{7DCDD277-9CCA-C378-EA0D-6C62DFDDA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440"/>
              <a:ext cx="672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Titel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36" name="Text Box 20">
              <a:extLst>
                <a:ext uri="{FF2B5EF4-FFF2-40B4-BE49-F238E27FC236}">
                  <a16:creationId xmlns:a16="http://schemas.microsoft.com/office/drawing/2014/main" id="{C12A259E-38E8-B7DA-4997-4C6A728FC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672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Auteur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37" name="Text Box 21">
              <a:extLst>
                <a:ext uri="{FF2B5EF4-FFF2-40B4-BE49-F238E27FC236}">
                  <a16:creationId xmlns:a16="http://schemas.microsoft.com/office/drawing/2014/main" id="{05D6558A-472F-2735-A6E8-886763017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026"/>
              <a:ext cx="672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Uitgever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38" name="Line 22">
              <a:extLst>
                <a:ext uri="{FF2B5EF4-FFF2-40B4-BE49-F238E27FC236}">
                  <a16:creationId xmlns:a16="http://schemas.microsoft.com/office/drawing/2014/main" id="{E0DCEF5F-4D7E-D154-2BAD-8011F8199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584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39" name="Line 23">
              <a:extLst>
                <a:ext uri="{FF2B5EF4-FFF2-40B4-BE49-F238E27FC236}">
                  <a16:creationId xmlns:a16="http://schemas.microsoft.com/office/drawing/2014/main" id="{A00436FB-BBA0-BBD1-8B87-FB07F54C5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58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40" name="Line 24">
              <a:extLst>
                <a:ext uri="{FF2B5EF4-FFF2-40B4-BE49-F238E27FC236}">
                  <a16:creationId xmlns:a16="http://schemas.microsoft.com/office/drawing/2014/main" id="{8117C0D3-2FF2-4A97-C901-D51B449DC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82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41" name="Line 25">
              <a:extLst>
                <a:ext uri="{FF2B5EF4-FFF2-40B4-BE49-F238E27FC236}">
                  <a16:creationId xmlns:a16="http://schemas.microsoft.com/office/drawing/2014/main" id="{D16AFCAF-895D-7AD0-3B1A-129090B3F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11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42" name="Text Box 26">
              <a:extLst>
                <a:ext uri="{FF2B5EF4-FFF2-40B4-BE49-F238E27FC236}">
                  <a16:creationId xmlns:a16="http://schemas.microsoft.com/office/drawing/2014/main" id="{20D7B9B9-E143-4675-0ABB-EB166AF90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448"/>
              <a:ext cx="624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Titel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43" name="Text Box 27">
              <a:extLst>
                <a:ext uri="{FF2B5EF4-FFF2-40B4-BE49-F238E27FC236}">
                  <a16:creationId xmlns:a16="http://schemas.microsoft.com/office/drawing/2014/main" id="{D4DF72B9-093E-B17C-CBCD-D8DD9C598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64"/>
              <a:ext cx="816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Paragraaf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44" name="Text Box 28">
              <a:extLst>
                <a:ext uri="{FF2B5EF4-FFF2-40B4-BE49-F238E27FC236}">
                  <a16:creationId xmlns:a16="http://schemas.microsoft.com/office/drawing/2014/main" id="{FBEAA885-88D7-3453-550B-609C9835D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264"/>
              <a:ext cx="720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Tekst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45" name="Line 29">
              <a:extLst>
                <a:ext uri="{FF2B5EF4-FFF2-40B4-BE49-F238E27FC236}">
                  <a16:creationId xmlns:a16="http://schemas.microsoft.com/office/drawing/2014/main" id="{5362847C-DBF1-B4C6-8D44-1CC737EA6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46" name="Text Box 30">
              <a:extLst>
                <a:ext uri="{FF2B5EF4-FFF2-40B4-BE49-F238E27FC236}">
                  <a16:creationId xmlns:a16="http://schemas.microsoft.com/office/drawing/2014/main" id="{071EE951-A606-5F68-8F63-0CADD7307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832"/>
              <a:ext cx="624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Titel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47" name="Line 31">
              <a:extLst>
                <a:ext uri="{FF2B5EF4-FFF2-40B4-BE49-F238E27FC236}">
                  <a16:creationId xmlns:a16="http://schemas.microsoft.com/office/drawing/2014/main" id="{5009EA53-D2D5-D3EE-5E3B-568230ECE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48" name="Text Box 32">
              <a:extLst>
                <a:ext uri="{FF2B5EF4-FFF2-40B4-BE49-F238E27FC236}">
                  <a16:creationId xmlns:a16="http://schemas.microsoft.com/office/drawing/2014/main" id="{330E4CA4-ADC7-DABF-8919-1260AB2D1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824"/>
              <a:ext cx="816" cy="4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Titel</a:t>
              </a:r>
              <a:r>
                <a:rPr lang="en-US" altLang="nl-NL" sz="1800">
                  <a:latin typeface="Arial" panose="020B0604020202020204" pitchFamily="34" charset="0"/>
                </a:rPr>
                <a:t> </a:t>
              </a:r>
              <a:r>
                <a:rPr lang="en-US" altLang="nl-NL" sz="1600">
                  <a:latin typeface="Arial" panose="020B0604020202020204" pitchFamily="34" charset="0"/>
                </a:rPr>
                <a:t>beschr</a:t>
              </a:r>
              <a:r>
                <a:rPr lang="en-US" altLang="nl-NL" sz="1800">
                  <a:latin typeface="Arial" panose="020B0604020202020204" pitchFamily="34" charset="0"/>
                </a:rPr>
                <a:t>.</a:t>
              </a:r>
              <a:endParaRPr lang="en-US" altLang="nl-NL">
                <a:latin typeface="Arial" panose="020B0604020202020204" pitchFamily="34" charset="0"/>
              </a:endParaRPr>
            </a:p>
          </p:txBody>
        </p:sp>
        <p:sp>
          <p:nvSpPr>
            <p:cNvPr id="470049" name="Text Box 33">
              <a:extLst>
                <a:ext uri="{FF2B5EF4-FFF2-40B4-BE49-F238E27FC236}">
                  <a16:creationId xmlns:a16="http://schemas.microsoft.com/office/drawing/2014/main" id="{95BFCA78-326A-204F-B4A3-56C5B8F32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816" cy="38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Inhouds-opgave</a:t>
              </a:r>
            </a:p>
          </p:txBody>
        </p:sp>
        <p:sp>
          <p:nvSpPr>
            <p:cNvPr id="470050" name="Text Box 34">
              <a:extLst>
                <a:ext uri="{FF2B5EF4-FFF2-40B4-BE49-F238E27FC236}">
                  <a16:creationId xmlns:a16="http://schemas.microsoft.com/office/drawing/2014/main" id="{5D2EF380-CD33-CED2-5BE3-5E9FDBDE1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024"/>
              <a:ext cx="816" cy="2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nl-NL" sz="1600">
                  <a:latin typeface="Arial" panose="020B0604020202020204" pitchFamily="34" charset="0"/>
                </a:rPr>
                <a:t>Hoofdstuk</a:t>
              </a:r>
            </a:p>
          </p:txBody>
        </p:sp>
        <p:grpSp>
          <p:nvGrpSpPr>
            <p:cNvPr id="470051" name="Group 35">
              <a:extLst>
                <a:ext uri="{FF2B5EF4-FFF2-40B4-BE49-F238E27FC236}">
                  <a16:creationId xmlns:a16="http://schemas.microsoft.com/office/drawing/2014/main" id="{26959B43-46A5-3751-B1EA-A8E9D3031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016"/>
              <a:ext cx="144" cy="1152"/>
              <a:chOff x="2832" y="1584"/>
              <a:chExt cx="144" cy="1152"/>
            </a:xfrm>
          </p:grpSpPr>
          <p:sp>
            <p:nvSpPr>
              <p:cNvPr id="470052" name="Line 36">
                <a:extLst>
                  <a:ext uri="{FF2B5EF4-FFF2-40B4-BE49-F238E27FC236}">
                    <a16:creationId xmlns:a16="http://schemas.microsoft.com/office/drawing/2014/main" id="{80BAE212-B15C-F548-316C-1F844A77C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1584"/>
                <a:ext cx="0" cy="1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53" name="Line 37">
                <a:extLst>
                  <a:ext uri="{FF2B5EF4-FFF2-40B4-BE49-F238E27FC236}">
                    <a16:creationId xmlns:a16="http://schemas.microsoft.com/office/drawing/2014/main" id="{B4B7AA9C-E074-19F0-3E3E-D96C02589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584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54" name="Line 38">
                <a:extLst>
                  <a:ext uri="{FF2B5EF4-FFF2-40B4-BE49-F238E27FC236}">
                    <a16:creationId xmlns:a16="http://schemas.microsoft.com/office/drawing/2014/main" id="{FA4FEFEC-AF81-8ACA-0359-7DBF96D0B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112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70055" name="Line 39">
                <a:extLst>
                  <a:ext uri="{FF2B5EF4-FFF2-40B4-BE49-F238E27FC236}">
                    <a16:creationId xmlns:a16="http://schemas.microsoft.com/office/drawing/2014/main" id="{428A50A4-372A-834A-D6CB-0F1AE8E37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73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470056" name="Line 40">
              <a:extLst>
                <a:ext uri="{FF2B5EF4-FFF2-40B4-BE49-F238E27FC236}">
                  <a16:creationId xmlns:a16="http://schemas.microsoft.com/office/drawing/2014/main" id="{7702C15E-EEDA-8614-B15F-4D66CA417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54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57" name="Line 41">
              <a:extLst>
                <a:ext uri="{FF2B5EF4-FFF2-40B4-BE49-F238E27FC236}">
                  <a16:creationId xmlns:a16="http://schemas.microsoft.com/office/drawing/2014/main" id="{B3415909-0F6C-E8B0-0878-555DD82A0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1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0058" name="Line 42">
              <a:extLst>
                <a:ext uri="{FF2B5EF4-FFF2-40B4-BE49-F238E27FC236}">
                  <a16:creationId xmlns:a16="http://schemas.microsoft.com/office/drawing/2014/main" id="{377BB33C-4062-A797-3D76-77C69CD78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02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70060" name="Rectangle 44">
            <a:extLst>
              <a:ext uri="{FF2B5EF4-FFF2-40B4-BE49-F238E27FC236}">
                <a16:creationId xmlns:a16="http://schemas.microsoft.com/office/drawing/2014/main" id="{BE4FCC7D-F249-621F-0F48-D0FE564E2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nl-NL" sz="1800">
                <a:solidFill>
                  <a:srgbClr val="EF8114"/>
                </a:solidFill>
              </a:rPr>
              <a:t>Oefening 2</a:t>
            </a:r>
            <a:endParaRPr lang="en-GB" altLang="nl-NL" sz="1800">
              <a:solidFill>
                <a:srgbClr val="EF8114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70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70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6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>
            <a:extLst>
              <a:ext uri="{FF2B5EF4-FFF2-40B4-BE49-F238E27FC236}">
                <a16:creationId xmlns:a16="http://schemas.microsoft.com/office/drawing/2014/main" id="{C10A3C28-8E71-9009-F9E1-78DFB1C88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Mijn oplossing</a:t>
            </a:r>
            <a:endParaRPr lang="en-GB" altLang="nl-NL"/>
          </a:p>
        </p:txBody>
      </p:sp>
      <p:sp>
        <p:nvSpPr>
          <p:cNvPr id="481285" name="Rectangle 5">
            <a:extLst>
              <a:ext uri="{FF2B5EF4-FFF2-40B4-BE49-F238E27FC236}">
                <a16:creationId xmlns:a16="http://schemas.microsoft.com/office/drawing/2014/main" id="{CB4E1F39-2B5F-4457-2DA7-10A267C14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nl-NL" sz="1800">
                <a:solidFill>
                  <a:srgbClr val="EF8114"/>
                </a:solidFill>
              </a:rPr>
              <a:t>Oefening 3</a:t>
            </a:r>
            <a:endParaRPr lang="en-GB" altLang="nl-NL" sz="1800">
              <a:solidFill>
                <a:srgbClr val="EF8114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1026">
            <a:extLst>
              <a:ext uri="{FF2B5EF4-FFF2-40B4-BE49-F238E27FC236}">
                <a16:creationId xmlns:a16="http://schemas.microsoft.com/office/drawing/2014/main" id="{6D927033-AC7A-5838-1189-F0C6AEE2A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4572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9144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13716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18288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nl-NL" sz="4400"/>
              <a:t>XML-namespaces</a:t>
            </a:r>
            <a:endParaRPr lang="en-GB" altLang="nl-NL" sz="4400"/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1026">
            <a:extLst>
              <a:ext uri="{FF2B5EF4-FFF2-40B4-BE49-F238E27FC236}">
                <a16:creationId xmlns:a16="http://schemas.microsoft.com/office/drawing/2014/main" id="{E725434A-1359-E19D-E035-9183CC6A2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XML-namespace</a:t>
            </a:r>
            <a:endParaRPr lang="en-GB" altLang="nl-NL"/>
          </a:p>
        </p:txBody>
      </p:sp>
      <p:sp>
        <p:nvSpPr>
          <p:cNvPr id="463875" name="Rectangle 1027">
            <a:extLst>
              <a:ext uri="{FF2B5EF4-FFF2-40B4-BE49-F238E27FC236}">
                <a16:creationId xmlns:a16="http://schemas.microsoft.com/office/drawing/2014/main" id="{D570CE38-C9A8-C7A7-9EEE-8CA7047D7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Vocabulaire</a:t>
            </a:r>
          </a:p>
          <a:p>
            <a:pPr lvl="1">
              <a:lnSpc>
                <a:spcPct val="90000"/>
              </a:lnSpc>
            </a:pPr>
            <a:r>
              <a:rPr lang="en-US" altLang="nl-NL" sz="1600">
                <a:solidFill>
                  <a:schemeClr val="tx1"/>
                </a:solidFill>
              </a:rPr>
              <a:t>Definieert een bepaald interesse-gebied in termen van elementen en attributen</a:t>
            </a:r>
          </a:p>
          <a:p>
            <a:pPr lvl="1">
              <a:lnSpc>
                <a:spcPct val="90000"/>
              </a:lnSpc>
            </a:pPr>
            <a:r>
              <a:rPr lang="en-US" altLang="nl-NL" sz="1600">
                <a:solidFill>
                  <a:schemeClr val="tx1"/>
                </a:solidFill>
              </a:rPr>
              <a:t>In XML-schema wordt gebruik gemaakt van namespace prefix (voorvoegsel) om de informatie uniek te identificeren.</a:t>
            </a:r>
          </a:p>
          <a:p>
            <a:pPr>
              <a:lnSpc>
                <a:spcPct val="90000"/>
              </a:lnSpc>
            </a:pPr>
            <a:endParaRPr lang="en-US" altLang="nl-NL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Overeenkomst</a:t>
            </a:r>
          </a:p>
          <a:p>
            <a:pPr lvl="1">
              <a:lnSpc>
                <a:spcPct val="90000"/>
              </a:lnSpc>
            </a:pPr>
            <a:r>
              <a:rPr lang="en-US" altLang="nl-NL" sz="1600">
                <a:solidFill>
                  <a:schemeClr val="tx1"/>
                </a:solidFill>
              </a:rPr>
              <a:t>Organisaties spreken met elkaar af dat de data in de uit te wisselen informatie conform is aan voorgedefinieerde gegevensstructuur.</a:t>
            </a:r>
          </a:p>
          <a:p>
            <a:pPr lvl="1">
              <a:lnSpc>
                <a:spcPct val="90000"/>
              </a:lnSpc>
            </a:pPr>
            <a:endParaRPr lang="en-US" altLang="nl-NL" sz="16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Implementatie</a:t>
            </a:r>
          </a:p>
          <a:p>
            <a:pPr lvl="1">
              <a:lnSpc>
                <a:spcPct val="90000"/>
              </a:lnSpc>
            </a:pPr>
            <a:r>
              <a:rPr lang="en-US" altLang="nl-NL" sz="1600">
                <a:solidFill>
                  <a:schemeClr val="tx1"/>
                </a:solidFill>
              </a:rPr>
              <a:t>XML-schema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 sz="1600">
                <a:solidFill>
                  <a:schemeClr val="tx1"/>
                </a:solidFill>
              </a:rPr>
              <a:t>	Het XML-schema is de vastlegging van de afspraak tussen organisaties ten aanzien van de structuur van de uit te wisselen informatie. </a:t>
            </a:r>
          </a:p>
          <a:p>
            <a:pPr>
              <a:lnSpc>
                <a:spcPct val="90000"/>
              </a:lnSpc>
            </a:pPr>
            <a:endParaRPr lang="en-GB" altLang="nl-NL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1026">
            <a:extLst>
              <a:ext uri="{FF2B5EF4-FFF2-40B4-BE49-F238E27FC236}">
                <a16:creationId xmlns:a16="http://schemas.microsoft.com/office/drawing/2014/main" id="{CCE34894-DBA4-09C2-92E1-C5652667C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XML-namespace </a:t>
            </a:r>
            <a:br>
              <a:rPr lang="en-US" altLang="nl-NL"/>
            </a:br>
            <a:r>
              <a:rPr lang="en-US" altLang="nl-NL" sz="1400"/>
              <a:t>Vocabulaire : Termen &amp; Semantiek</a:t>
            </a:r>
            <a:endParaRPr lang="en-GB" altLang="nl-NL" sz="1400"/>
          </a:p>
        </p:txBody>
      </p:sp>
      <p:graphicFrame>
        <p:nvGraphicFramePr>
          <p:cNvPr id="483335" name="Object 1031">
            <a:extLst>
              <a:ext uri="{FF2B5EF4-FFF2-40B4-BE49-F238E27FC236}">
                <a16:creationId xmlns:a16="http://schemas.microsoft.com/office/drawing/2014/main" id="{51EEE990-9703-0D72-86E4-58A456276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625" y="1409700"/>
          <a:ext cx="6218238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7" r:id="rId2" imgW="4142857" imgH="1114286" progId="CorelPhotoPaint.Image.7">
                  <p:embed/>
                </p:oleObj>
              </mc:Choice>
              <mc:Fallback>
                <p:oleObj name="CorelPhotoPaint.Image.7" r:id="rId2" imgW="4142857" imgH="1114286" progId="CorelPhotoPaint.Image.7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409700"/>
                        <a:ext cx="6218238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EF8114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7" name="Rectangle 1033">
            <a:extLst>
              <a:ext uri="{FF2B5EF4-FFF2-40B4-BE49-F238E27FC236}">
                <a16:creationId xmlns:a16="http://schemas.microsoft.com/office/drawing/2014/main" id="{9E9B5521-4E80-C8D5-FC6E-33038775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81400"/>
            <a:ext cx="77724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nl-NL" altLang="nl-NL" sz="2000">
                <a:solidFill>
                  <a:schemeClr val="tx1"/>
                </a:solidFill>
              </a:rPr>
              <a:t>Term: Price</a:t>
            </a:r>
          </a:p>
          <a:p>
            <a:pPr lvl="1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Betekent (semantiek): </a:t>
            </a:r>
          </a:p>
          <a:p>
            <a:pPr lvl="2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Het door de consument te betalen bedrag</a:t>
            </a:r>
          </a:p>
          <a:p>
            <a:pPr lvl="2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Kan gespecificeerd worden in </a:t>
            </a:r>
            <a:br>
              <a:rPr lang="nl-NL" altLang="nl-NL" sz="1600">
                <a:solidFill>
                  <a:schemeClr val="tx1"/>
                </a:solidFill>
              </a:rPr>
            </a:br>
            <a:r>
              <a:rPr lang="nl-NL" altLang="nl-NL" sz="1600">
                <a:solidFill>
                  <a:schemeClr val="tx1"/>
                </a:solidFill>
              </a:rPr>
              <a:t>verschillende valuta (€, $) </a:t>
            </a: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GB" altLang="nl-NL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>
            <a:extLst>
              <a:ext uri="{FF2B5EF4-FFF2-40B4-BE49-F238E27FC236}">
                <a16:creationId xmlns:a16="http://schemas.microsoft.com/office/drawing/2014/main" id="{83B32173-0435-C31F-DA77-3E962E4F4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XML-namespace </a:t>
            </a:r>
            <a:br>
              <a:rPr lang="en-US" altLang="nl-NL"/>
            </a:br>
            <a:r>
              <a:rPr lang="en-US" altLang="nl-NL" sz="1400"/>
              <a:t>Vocabulaire : Termen &amp; Semantiek</a:t>
            </a:r>
            <a:endParaRPr lang="en-GB" altLang="nl-NL" sz="1400"/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38F6B082-73CE-2A98-3F30-384510567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581400"/>
            <a:ext cx="7772400" cy="2501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l-NL" altLang="nl-NL" sz="2000">
                <a:solidFill>
                  <a:schemeClr val="tx1"/>
                </a:solidFill>
              </a:rPr>
              <a:t>Term: Price</a:t>
            </a:r>
          </a:p>
          <a:p>
            <a:pPr lvl="1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Betekent (semantiek): </a:t>
            </a:r>
          </a:p>
          <a:p>
            <a:pPr lvl="2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De voor het product gespecificeerde prijs</a:t>
            </a:r>
          </a:p>
          <a:p>
            <a:pPr lvl="2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Kan gespecificeerd worden in </a:t>
            </a:r>
            <a:br>
              <a:rPr lang="nl-NL" altLang="nl-NL" sz="1600">
                <a:solidFill>
                  <a:schemeClr val="tx1"/>
                </a:solidFill>
              </a:rPr>
            </a:br>
            <a:r>
              <a:rPr lang="nl-NL" altLang="nl-NL" sz="1600">
                <a:solidFill>
                  <a:schemeClr val="tx1"/>
                </a:solidFill>
              </a:rPr>
              <a:t>verschillende valuta (€, $) </a:t>
            </a:r>
          </a:p>
          <a:p>
            <a:pPr lvl="2">
              <a:lnSpc>
                <a:spcPct val="90000"/>
              </a:lnSpc>
            </a:pPr>
            <a:r>
              <a:rPr lang="nl-NL" altLang="nl-NL" sz="1600">
                <a:solidFill>
                  <a:schemeClr val="tx1"/>
                </a:solidFill>
              </a:rPr>
              <a:t>M.b.v. de elementen “Amount” en “Discount” kan de detail-handelaar het bedrag berekenen dat de consument moet betalen.</a:t>
            </a: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 lvl="2">
              <a:lnSpc>
                <a:spcPct val="90000"/>
              </a:lnSpc>
            </a:pPr>
            <a:endParaRPr lang="nl-NL" altLang="nl-NL" sz="16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GB" altLang="nl-NL" sz="2000">
              <a:solidFill>
                <a:schemeClr val="tx1"/>
              </a:solidFill>
            </a:endParaRPr>
          </a:p>
        </p:txBody>
      </p:sp>
      <p:graphicFrame>
        <p:nvGraphicFramePr>
          <p:cNvPr id="450573" name="Object 13">
            <a:extLst>
              <a:ext uri="{FF2B5EF4-FFF2-40B4-BE49-F238E27FC236}">
                <a16:creationId xmlns:a16="http://schemas.microsoft.com/office/drawing/2014/main" id="{2F1E309E-5D3C-9C3F-1C76-E605CC71C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088" y="1295400"/>
          <a:ext cx="7618412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7" r:id="rId2" imgW="5076190" imgH="1361905" progId="CorelPhotoPaint.Image.7">
                  <p:embed/>
                </p:oleObj>
              </mc:Choice>
              <mc:Fallback>
                <p:oleObj name="CorelPhotoPaint.Image.7" r:id="rId2" imgW="5076190" imgH="1361905" progId="CorelPhotoPaint.Image.7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1295400"/>
                        <a:ext cx="7618412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EF8114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1026">
            <a:extLst>
              <a:ext uri="{FF2B5EF4-FFF2-40B4-BE49-F238E27FC236}">
                <a16:creationId xmlns:a16="http://schemas.microsoft.com/office/drawing/2014/main" id="{A5D7946B-683B-1084-87CB-F94D37201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Voorbeeld: XML-namespace</a:t>
            </a:r>
            <a:endParaRPr lang="en-GB" altLang="nl-NL"/>
          </a:p>
        </p:txBody>
      </p:sp>
      <p:sp>
        <p:nvSpPr>
          <p:cNvPr id="451587" name="Rectangle 1027">
            <a:extLst>
              <a:ext uri="{FF2B5EF4-FFF2-40B4-BE49-F238E27FC236}">
                <a16:creationId xmlns:a16="http://schemas.microsoft.com/office/drawing/2014/main" id="{8B995EEE-73F5-7227-28DA-25859426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1447800"/>
            <a:ext cx="7004050" cy="42576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nl-NL" sz="1600" b="1"/>
              <a:t>&lt;?xml version="1.0"?&gt;</a:t>
            </a:r>
          </a:p>
          <a:p>
            <a:pPr algn="l"/>
            <a:r>
              <a:rPr lang="en-US" altLang="nl-NL" sz="1600" b="1"/>
              <a:t>&lt;DVDS </a:t>
            </a:r>
            <a:r>
              <a:rPr lang="en-US" altLang="nl-NL" sz="1600" b="1">
                <a:solidFill>
                  <a:srgbClr val="EF8114"/>
                </a:solidFill>
              </a:rPr>
              <a:t>xmlns:ds ="http://www.dvd-specialist.com" xmlns:mmp="http://www.multimedia-products.com"</a:t>
            </a:r>
            <a:r>
              <a:rPr lang="en-US" altLang="nl-NL" sz="1600"/>
              <a:t>&gt;</a:t>
            </a:r>
          </a:p>
          <a:p>
            <a:pPr algn="l"/>
            <a:r>
              <a:rPr lang="en-US" altLang="nl-NL" sz="1600"/>
              <a:t>        	</a:t>
            </a:r>
            <a:r>
              <a:rPr lang="en-US" altLang="nl-NL" sz="1600" b="1"/>
              <a:t>&lt;DVD&gt;</a:t>
            </a:r>
          </a:p>
          <a:p>
            <a:pPr algn="l"/>
            <a:r>
              <a:rPr lang="en-US" altLang="nl-NL" sz="1600" b="1"/>
              <a:t>		&lt;Title&gt;Finding Nemo&lt;/Title&gt;</a:t>
            </a:r>
          </a:p>
          <a:p>
            <a:pPr algn="l"/>
            <a:r>
              <a:rPr lang="en-US" altLang="nl-NL" sz="1600" b="1"/>
              <a:t>		&lt;ds:Price&gt;20.99&lt;/ds:Price&gt;</a:t>
            </a:r>
          </a:p>
          <a:p>
            <a:pPr algn="l"/>
            <a:r>
              <a:rPr lang="en-US" altLang="nl-NL" sz="1600" b="1"/>
              <a:t>		………..</a:t>
            </a:r>
          </a:p>
          <a:p>
            <a:pPr algn="l"/>
            <a:r>
              <a:rPr lang="en-US" altLang="nl-NL" sz="1600" b="1"/>
              <a:t>	&lt;/DVD&gt;</a:t>
            </a:r>
          </a:p>
          <a:p>
            <a:pPr algn="l"/>
            <a:r>
              <a:rPr lang="en-US" altLang="nl-NL" sz="1600"/>
              <a:t>	</a:t>
            </a:r>
            <a:r>
              <a:rPr lang="en-US" altLang="nl-NL" sz="1600" b="1"/>
              <a:t>&lt;DVD&gt;</a:t>
            </a:r>
          </a:p>
          <a:p>
            <a:pPr algn="l"/>
            <a:r>
              <a:rPr lang="en-US" altLang="nl-NL" sz="1600" b="1"/>
              <a:t>		&lt;Title&gt;The Matrix Revolutions&lt;/Title&gt;</a:t>
            </a:r>
          </a:p>
          <a:p>
            <a:pPr algn="l"/>
            <a:r>
              <a:rPr lang="en-US" altLang="nl-NL" sz="1600" b="1"/>
              <a:t>		&lt;mmp:Price&gt;</a:t>
            </a:r>
          </a:p>
          <a:p>
            <a:pPr algn="l"/>
            <a:r>
              <a:rPr lang="en-US" altLang="nl-NL" sz="1600" b="1"/>
              <a:t>			&lt;mmp:Amount&gt;29.99&lt;/mmp:Amount&gt;</a:t>
            </a:r>
          </a:p>
          <a:p>
            <a:pPr algn="l"/>
            <a:r>
              <a:rPr lang="en-US" altLang="nl-NL" sz="1600" b="1"/>
              <a:t>			&lt;mmp:Discount&gt;30&lt;/mmp:Discount&gt;</a:t>
            </a:r>
          </a:p>
          <a:p>
            <a:pPr algn="l"/>
            <a:r>
              <a:rPr lang="en-US" altLang="nl-NL" sz="1600" b="1"/>
              <a:t>		&lt;/mmp:Price&gt;</a:t>
            </a:r>
          </a:p>
          <a:p>
            <a:pPr algn="l"/>
            <a:r>
              <a:rPr lang="en-US" altLang="nl-NL" sz="1600" b="1"/>
              <a:t>		………..</a:t>
            </a:r>
          </a:p>
          <a:p>
            <a:pPr algn="l"/>
            <a:r>
              <a:rPr lang="en-US" altLang="nl-NL" sz="1600" b="1"/>
              <a:t>	&lt;/DVD&gt;</a:t>
            </a:r>
          </a:p>
          <a:p>
            <a:pPr algn="l"/>
            <a:r>
              <a:rPr lang="en-US" altLang="nl-NL" sz="1600" b="1"/>
              <a:t>&lt;/DVDS&gt;</a:t>
            </a:r>
          </a:p>
        </p:txBody>
      </p:sp>
      <p:grpSp>
        <p:nvGrpSpPr>
          <p:cNvPr id="451591" name="Group 1031">
            <a:extLst>
              <a:ext uri="{FF2B5EF4-FFF2-40B4-BE49-F238E27FC236}">
                <a16:creationId xmlns:a16="http://schemas.microsoft.com/office/drawing/2014/main" id="{1F829EF7-9CFF-3661-4CBF-FDB948A2147F}"/>
              </a:ext>
            </a:extLst>
          </p:cNvPr>
          <p:cNvGrpSpPr>
            <a:grpSpLocks/>
          </p:cNvGrpSpPr>
          <p:nvPr/>
        </p:nvGrpSpPr>
        <p:grpSpPr bwMode="auto">
          <a:xfrm>
            <a:off x="-76200" y="1784350"/>
            <a:ext cx="2563813" cy="730250"/>
            <a:chOff x="-48" y="1124"/>
            <a:chExt cx="1615" cy="460"/>
          </a:xfrm>
        </p:grpSpPr>
        <p:sp>
          <p:nvSpPr>
            <p:cNvPr id="451588" name="Text Box 1028">
              <a:extLst>
                <a:ext uri="{FF2B5EF4-FFF2-40B4-BE49-F238E27FC236}">
                  <a16:creationId xmlns:a16="http://schemas.microsoft.com/office/drawing/2014/main" id="{6EC528F0-E2F7-0712-3D02-74A04DAB2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8" y="1124"/>
              <a:ext cx="1104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nl-NL" altLang="nl-NL" sz="1400">
                  <a:latin typeface="Arial" panose="020B0604020202020204" pitchFamily="34" charset="0"/>
                </a:rPr>
                <a:t>Namespace </a:t>
              </a:r>
            </a:p>
            <a:p>
              <a:r>
                <a:rPr lang="nl-NL" altLang="nl-NL" sz="1400">
                  <a:latin typeface="Arial" panose="020B0604020202020204" pitchFamily="34" charset="0"/>
                </a:rPr>
                <a:t>indicator </a:t>
              </a:r>
            </a:p>
            <a:p>
              <a:r>
                <a:rPr lang="nl-NL" altLang="nl-NL" sz="1400">
                  <a:latin typeface="Arial" panose="020B0604020202020204" pitchFamily="34" charset="0"/>
                </a:rPr>
                <a:t>“</a:t>
              </a:r>
              <a:r>
                <a:rPr lang="nl-NL" altLang="nl-NL" sz="1400" b="1">
                  <a:latin typeface="Arial" panose="020B0604020202020204" pitchFamily="34" charset="0"/>
                </a:rPr>
                <a:t>ds:</a:t>
              </a:r>
              <a:r>
                <a:rPr lang="nl-NL" altLang="nl-NL" sz="1400">
                  <a:latin typeface="Arial" panose="020B0604020202020204" pitchFamily="34" charset="0"/>
                </a:rPr>
                <a:t>” en “</a:t>
              </a:r>
              <a:r>
                <a:rPr lang="nl-NL" altLang="nl-NL" sz="1400" b="1">
                  <a:latin typeface="Arial" panose="020B0604020202020204" pitchFamily="34" charset="0"/>
                </a:rPr>
                <a:t>mmp:</a:t>
              </a:r>
              <a:r>
                <a:rPr lang="nl-NL" altLang="nl-NL" sz="1400">
                  <a:latin typeface="Arial" panose="020B0604020202020204" pitchFamily="34" charset="0"/>
                </a:rPr>
                <a:t>”</a:t>
              </a:r>
              <a:endParaRPr lang="en-GB" altLang="nl-NL" sz="1400">
                <a:latin typeface="Arial" panose="020B0604020202020204" pitchFamily="34" charset="0"/>
              </a:endParaRPr>
            </a:p>
          </p:txBody>
        </p:sp>
        <p:sp>
          <p:nvSpPr>
            <p:cNvPr id="451589" name="Freeform 1029">
              <a:extLst>
                <a:ext uri="{FF2B5EF4-FFF2-40B4-BE49-F238E27FC236}">
                  <a16:creationId xmlns:a16="http://schemas.microsoft.com/office/drawing/2014/main" id="{A6D26629-D56C-D28C-2EC2-4D75509F4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405"/>
              <a:ext cx="655" cy="85"/>
            </a:xfrm>
            <a:custGeom>
              <a:avLst/>
              <a:gdLst>
                <a:gd name="T0" fmla="*/ 0 w 655"/>
                <a:gd name="T1" fmla="*/ 83 h 85"/>
                <a:gd name="T2" fmla="*/ 570 w 655"/>
                <a:gd name="T3" fmla="*/ 85 h 85"/>
                <a:gd name="T4" fmla="*/ 655 w 655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85">
                  <a:moveTo>
                    <a:pt x="0" y="83"/>
                  </a:moveTo>
                  <a:lnTo>
                    <a:pt x="570" y="85"/>
                  </a:lnTo>
                  <a:lnTo>
                    <a:pt x="6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nl-NL"/>
            </a:p>
          </p:txBody>
        </p:sp>
      </p:grpSp>
      <p:sp>
        <p:nvSpPr>
          <p:cNvPr id="451590" name="Freeform 1030">
            <a:extLst>
              <a:ext uri="{FF2B5EF4-FFF2-40B4-BE49-F238E27FC236}">
                <a16:creationId xmlns:a16="http://schemas.microsoft.com/office/drawing/2014/main" id="{2981B94A-F2F9-D151-8B2B-1A98AB193378}"/>
              </a:ext>
            </a:extLst>
          </p:cNvPr>
          <p:cNvSpPr>
            <a:spLocks/>
          </p:cNvSpPr>
          <p:nvPr/>
        </p:nvSpPr>
        <p:spPr bwMode="auto">
          <a:xfrm>
            <a:off x="1146175" y="2498725"/>
            <a:ext cx="2438400" cy="1573213"/>
          </a:xfrm>
          <a:custGeom>
            <a:avLst/>
            <a:gdLst>
              <a:gd name="T0" fmla="*/ 0 w 1536"/>
              <a:gd name="T1" fmla="*/ 0 h 991"/>
              <a:gd name="T2" fmla="*/ 1067 w 1536"/>
              <a:gd name="T3" fmla="*/ 991 h 991"/>
              <a:gd name="T4" fmla="*/ 1536 w 1536"/>
              <a:gd name="T5" fmla="*/ 991 h 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991">
                <a:moveTo>
                  <a:pt x="0" y="0"/>
                </a:moveTo>
                <a:lnTo>
                  <a:pt x="1067" y="991"/>
                </a:lnTo>
                <a:lnTo>
                  <a:pt x="1536" y="9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3074">
            <a:extLst>
              <a:ext uri="{FF2B5EF4-FFF2-40B4-BE49-F238E27FC236}">
                <a16:creationId xmlns:a16="http://schemas.microsoft.com/office/drawing/2014/main" id="{B1F61CF3-17F1-DF01-F84F-8487AA88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4572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9144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13716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18288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nl-NL" sz="4400"/>
              <a:t>XSL(T)</a:t>
            </a:r>
            <a:endParaRPr lang="en-GB" altLang="nl-NL" sz="4400"/>
          </a:p>
        </p:txBody>
      </p:sp>
    </p:spTree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53DAE270-04EE-A81C-6A59-AA1B86E58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Wat is XSL(T)</a:t>
            </a:r>
            <a:endParaRPr lang="en-GB" altLang="nl-NL"/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B8843BFD-4DA3-73DD-A7A1-6EFE3911C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nl-NL">
                <a:solidFill>
                  <a:srgbClr val="EF8114"/>
                </a:solidFill>
              </a:rPr>
              <a:t>XSL(T) staat voor</a:t>
            </a:r>
            <a:r>
              <a:rPr lang="en-US" altLang="nl-NL"/>
              <a:t>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/>
              <a:t>			</a:t>
            </a:r>
            <a:r>
              <a:rPr lang="en-US" altLang="nl-NL">
                <a:solidFill>
                  <a:schemeClr val="tx1"/>
                </a:solidFill>
              </a:rPr>
              <a:t>e</a:t>
            </a:r>
            <a:r>
              <a:rPr lang="en-US" altLang="nl-NL" i="1">
                <a:solidFill>
                  <a:srgbClr val="EF8114"/>
                </a:solidFill>
              </a:rPr>
              <a:t>X</a:t>
            </a:r>
            <a:r>
              <a:rPr lang="en-US" altLang="nl-NL">
                <a:solidFill>
                  <a:schemeClr val="tx1"/>
                </a:solidFill>
              </a:rPr>
              <a:t>tensible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/>
              <a:t>				</a:t>
            </a:r>
            <a:r>
              <a:rPr lang="en-US" altLang="nl-NL" i="1">
                <a:solidFill>
                  <a:srgbClr val="EF8114"/>
                </a:solidFill>
              </a:rPr>
              <a:t>S</a:t>
            </a:r>
            <a:r>
              <a:rPr lang="en-US" altLang="nl-NL">
                <a:solidFill>
                  <a:schemeClr val="tx1"/>
                </a:solidFill>
              </a:rPr>
              <a:t>tylesheet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/>
              <a:t>					</a:t>
            </a:r>
            <a:r>
              <a:rPr lang="en-US" altLang="nl-NL" i="1">
                <a:solidFill>
                  <a:srgbClr val="EF8114"/>
                </a:solidFill>
              </a:rPr>
              <a:t>L</a:t>
            </a:r>
            <a:r>
              <a:rPr lang="en-US" altLang="nl-NL">
                <a:solidFill>
                  <a:schemeClr val="tx1"/>
                </a:solidFill>
              </a:rPr>
              <a:t>anguage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nl-NL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>
                <a:solidFill>
                  <a:schemeClr val="tx1"/>
                </a:solidFill>
              </a:rPr>
              <a:t>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nl-NL">
                <a:solidFill>
                  <a:schemeClr val="tx1"/>
                </a:solidFill>
              </a:rPr>
              <a:t>	Universeel geaccepteerde standaard (referentie:</a:t>
            </a:r>
            <a:r>
              <a:rPr lang="en-US" altLang="nl-NL"/>
              <a:t> </a:t>
            </a:r>
            <a:r>
              <a:rPr lang="en-US" altLang="nl-NL">
                <a:solidFill>
                  <a:srgbClr val="D0242C"/>
                </a:solidFill>
                <a:hlinkClick r:id="rId2"/>
              </a:rPr>
              <a:t>http://www.w3.org/TR/xslt</a:t>
            </a:r>
            <a:r>
              <a:rPr lang="en-US" altLang="nl-NL">
                <a:solidFill>
                  <a:srgbClr val="D0242C"/>
                </a:solidFill>
              </a:rPr>
              <a:t> </a:t>
            </a:r>
            <a:r>
              <a:rPr lang="en-US" altLang="nl-NL">
                <a:solidFill>
                  <a:schemeClr val="tx1"/>
                </a:solidFill>
              </a:rPr>
              <a:t>) voor het</a:t>
            </a:r>
            <a:r>
              <a:rPr lang="en-US" altLang="nl-NL"/>
              <a:t> </a:t>
            </a:r>
            <a:r>
              <a:rPr lang="en-US" altLang="nl-NL">
                <a:solidFill>
                  <a:srgbClr val="2B61A3"/>
                </a:solidFill>
              </a:rPr>
              <a:t>transformeren</a:t>
            </a:r>
            <a:r>
              <a:rPr lang="en-US" altLang="nl-NL"/>
              <a:t> </a:t>
            </a:r>
            <a:r>
              <a:rPr lang="en-US" altLang="nl-NL">
                <a:solidFill>
                  <a:schemeClr val="tx1"/>
                </a:solidFill>
              </a:rPr>
              <a:t>van een XML informatiestructuur naar:</a:t>
            </a:r>
          </a:p>
          <a:p>
            <a:pPr lvl="2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Een andere XML-informatiestructuur </a:t>
            </a:r>
          </a:p>
          <a:p>
            <a:pPr lvl="2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Een ander data formaat, bijvoorbeeld:</a:t>
            </a:r>
          </a:p>
          <a:p>
            <a:pPr lvl="3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XML 2 HTML (Browser)</a:t>
            </a:r>
          </a:p>
          <a:p>
            <a:pPr lvl="3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XML 2 PDF (Portable Document Format)</a:t>
            </a:r>
          </a:p>
          <a:p>
            <a:pPr lvl="3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XML 2 FO (Formatting Objects)</a:t>
            </a:r>
          </a:p>
          <a:p>
            <a:pPr lvl="3">
              <a:lnSpc>
                <a:spcPct val="90000"/>
              </a:lnSpc>
            </a:pPr>
            <a:r>
              <a:rPr lang="en-US" altLang="nl-NL">
                <a:solidFill>
                  <a:schemeClr val="tx1"/>
                </a:solidFill>
              </a:rPr>
              <a:t>XML 2 …etc.</a:t>
            </a:r>
            <a:endParaRPr lang="en-GB" altLang="nl-NL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1026">
            <a:extLst>
              <a:ext uri="{FF2B5EF4-FFF2-40B4-BE49-F238E27FC236}">
                <a16:creationId xmlns:a16="http://schemas.microsoft.com/office/drawing/2014/main" id="{6FFB63F9-2336-00B3-AD09-14DC9AF0E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XML + XSLT stylesheet</a:t>
            </a:r>
            <a:endParaRPr lang="en-GB" altLang="nl-NL"/>
          </a:p>
        </p:txBody>
      </p:sp>
      <p:pic>
        <p:nvPicPr>
          <p:cNvPr id="465924" name="Picture 1028">
            <a:extLst>
              <a:ext uri="{FF2B5EF4-FFF2-40B4-BE49-F238E27FC236}">
                <a16:creationId xmlns:a16="http://schemas.microsoft.com/office/drawing/2014/main" id="{99472DA6-13A3-BC60-A1B1-E164D8D19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41463"/>
            <a:ext cx="4735513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5925" name="Text Box 1029">
            <a:extLst>
              <a:ext uri="{FF2B5EF4-FFF2-40B4-BE49-F238E27FC236}">
                <a16:creationId xmlns:a16="http://schemas.microsoft.com/office/drawing/2014/main" id="{178AC776-F209-7EA6-8B44-40D0F6076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15411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1800">
                <a:solidFill>
                  <a:srgbClr val="2B61A3"/>
                </a:solidFill>
                <a:latin typeface="Arial" panose="020B0604020202020204" pitchFamily="34" charset="0"/>
              </a:rPr>
              <a:t>XML</a:t>
            </a:r>
          </a:p>
        </p:txBody>
      </p:sp>
      <p:sp>
        <p:nvSpPr>
          <p:cNvPr id="465926" name="Rectangle 1030">
            <a:extLst>
              <a:ext uri="{FF2B5EF4-FFF2-40B4-BE49-F238E27FC236}">
                <a16:creationId xmlns:a16="http://schemas.microsoft.com/office/drawing/2014/main" id="{6AE38EC3-89CC-F8DB-98BA-79138C2C6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65263"/>
            <a:ext cx="228600" cy="281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65927" name="Text Box 1031">
            <a:extLst>
              <a:ext uri="{FF2B5EF4-FFF2-40B4-BE49-F238E27FC236}">
                <a16:creationId xmlns:a16="http://schemas.microsoft.com/office/drawing/2014/main" id="{BF36683B-2BB1-FC94-EC8B-3333F3535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1154113"/>
            <a:ext cx="908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1800">
                <a:solidFill>
                  <a:srgbClr val="2B61A3"/>
                </a:solidFill>
                <a:latin typeface="Arial" panose="020B0604020202020204" pitchFamily="34" charset="0"/>
              </a:rPr>
              <a:t>XSL(T)</a:t>
            </a:r>
          </a:p>
        </p:txBody>
      </p:sp>
      <p:grpSp>
        <p:nvGrpSpPr>
          <p:cNvPr id="465928" name="Group 1032">
            <a:extLst>
              <a:ext uri="{FF2B5EF4-FFF2-40B4-BE49-F238E27FC236}">
                <a16:creationId xmlns:a16="http://schemas.microsoft.com/office/drawing/2014/main" id="{595D6907-A482-35F7-8DE8-F07F81167310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693863"/>
            <a:ext cx="4235450" cy="3657600"/>
            <a:chOff x="3264" y="912"/>
            <a:chExt cx="2668" cy="2304"/>
          </a:xfrm>
        </p:grpSpPr>
        <p:pic>
          <p:nvPicPr>
            <p:cNvPr id="465929" name="Picture 1033">
              <a:extLst>
                <a:ext uri="{FF2B5EF4-FFF2-40B4-BE49-F238E27FC236}">
                  <a16:creationId xmlns:a16="http://schemas.microsoft.com/office/drawing/2014/main" id="{180D8465-BC4D-EAC5-A46F-5A5E05C7C7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912"/>
              <a:ext cx="2620" cy="2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5930" name="Rectangle 1034">
              <a:extLst>
                <a:ext uri="{FF2B5EF4-FFF2-40B4-BE49-F238E27FC236}">
                  <a16:creationId xmlns:a16="http://schemas.microsoft.com/office/drawing/2014/main" id="{2D023128-A20B-2AE2-C55D-139D8844C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912"/>
              <a:ext cx="144" cy="2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65931" name="Text Box 1035">
            <a:extLst>
              <a:ext uri="{FF2B5EF4-FFF2-40B4-BE49-F238E27FC236}">
                <a16:creationId xmlns:a16="http://schemas.microsoft.com/office/drawing/2014/main" id="{8B3FC430-B440-625E-39C9-0DA36DA83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913063"/>
            <a:ext cx="5746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5400" b="1">
                <a:latin typeface="Times" panose="02020603050405020304" pitchFamily="18" charset="0"/>
              </a:rPr>
              <a:t>+</a:t>
            </a:r>
          </a:p>
        </p:txBody>
      </p:sp>
      <p:sp>
        <p:nvSpPr>
          <p:cNvPr id="465933" name="Rectangle 1037">
            <a:hlinkClick r:id="rId4" action="ppaction://hlinkfile"/>
            <a:extLst>
              <a:ext uri="{FF2B5EF4-FFF2-40B4-BE49-F238E27FC236}">
                <a16:creationId xmlns:a16="http://schemas.microsoft.com/office/drawing/2014/main" id="{6A28E9E8-81A0-DDAB-8273-396C55B48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4114800" cy="3810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>
            <a:extLst>
              <a:ext uri="{FF2B5EF4-FFF2-40B4-BE49-F238E27FC236}">
                <a16:creationId xmlns:a16="http://schemas.microsoft.com/office/drawing/2014/main" id="{5B8D1FCE-7AF1-CD03-EF97-3BA2C9945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= Resultaat</a:t>
            </a:r>
            <a:endParaRPr lang="en-GB" altLang="nl-NL"/>
          </a:p>
        </p:txBody>
      </p:sp>
      <p:sp>
        <p:nvSpPr>
          <p:cNvPr id="466947" name="Text Box 3">
            <a:extLst>
              <a:ext uri="{FF2B5EF4-FFF2-40B4-BE49-F238E27FC236}">
                <a16:creationId xmlns:a16="http://schemas.microsoft.com/office/drawing/2014/main" id="{B3EC1D92-3568-B49A-FA76-C5CACC854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09600"/>
            <a:ext cx="156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nl-NL" sz="1800">
                <a:solidFill>
                  <a:srgbClr val="2B61A3"/>
                </a:solidFill>
                <a:latin typeface="Arial" panose="020B0604020202020204" pitchFamily="34" charset="0"/>
              </a:rPr>
              <a:t>In de browser</a:t>
            </a:r>
          </a:p>
        </p:txBody>
      </p:sp>
      <p:grpSp>
        <p:nvGrpSpPr>
          <p:cNvPr id="466948" name="Group 4">
            <a:extLst>
              <a:ext uri="{FF2B5EF4-FFF2-40B4-BE49-F238E27FC236}">
                <a16:creationId xmlns:a16="http://schemas.microsoft.com/office/drawing/2014/main" id="{0896D690-E3C2-E57B-9AB8-2B688A948FA5}"/>
              </a:ext>
            </a:extLst>
          </p:cNvPr>
          <p:cNvGrpSpPr>
            <a:grpSpLocks/>
          </p:cNvGrpSpPr>
          <p:nvPr/>
        </p:nvGrpSpPr>
        <p:grpSpPr bwMode="auto">
          <a:xfrm>
            <a:off x="1809750" y="1066800"/>
            <a:ext cx="5353050" cy="5095875"/>
            <a:chOff x="976" y="528"/>
            <a:chExt cx="3372" cy="3210"/>
          </a:xfrm>
        </p:grpSpPr>
        <p:pic>
          <p:nvPicPr>
            <p:cNvPr id="466949" name="Picture 5">
              <a:extLst>
                <a:ext uri="{FF2B5EF4-FFF2-40B4-BE49-F238E27FC236}">
                  <a16:creationId xmlns:a16="http://schemas.microsoft.com/office/drawing/2014/main" id="{46A23BF1-E748-B762-4858-77FD23FCA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576"/>
              <a:ext cx="3340" cy="3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6950" name="Rectangle 6">
              <a:extLst>
                <a:ext uri="{FF2B5EF4-FFF2-40B4-BE49-F238E27FC236}">
                  <a16:creationId xmlns:a16="http://schemas.microsoft.com/office/drawing/2014/main" id="{78E2140A-4755-BC91-0D9A-D34A452A4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528"/>
              <a:ext cx="48" cy="19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>
            <a:extLst>
              <a:ext uri="{FF2B5EF4-FFF2-40B4-BE49-F238E27FC236}">
                <a16:creationId xmlns:a16="http://schemas.microsoft.com/office/drawing/2014/main" id="{E866B654-D16A-8B16-74E3-E3B033548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6324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r"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4572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9144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13716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1828800" algn="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nl-NL" sz="4400"/>
              <a:t>XML</a:t>
            </a:r>
            <a:br>
              <a:rPr lang="en-US" altLang="nl-NL" sz="4400"/>
            </a:br>
            <a:br>
              <a:rPr lang="en-US" altLang="nl-NL" sz="4400"/>
            </a:br>
            <a:r>
              <a:rPr lang="en-US" altLang="nl-NL" sz="4400"/>
              <a:t>Wat kun je er nu mee?</a:t>
            </a:r>
            <a:endParaRPr lang="en-GB" altLang="nl-NL" sz="4400"/>
          </a:p>
        </p:txBody>
      </p:sp>
    </p:spTree>
  </p:cSld>
  <p:clrMapOvr>
    <a:masterClrMapping/>
  </p:clrMapOvr>
  <p:transition>
    <p:dissolv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>
            <a:extLst>
              <a:ext uri="{FF2B5EF4-FFF2-40B4-BE49-F238E27FC236}">
                <a16:creationId xmlns:a16="http://schemas.microsoft.com/office/drawing/2014/main" id="{D9C1BB0A-4781-57D9-B2A3-C63199B77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Familie van technologieën</a:t>
            </a:r>
          </a:p>
        </p:txBody>
      </p:sp>
      <p:grpSp>
        <p:nvGrpSpPr>
          <p:cNvPr id="416806" name="Group 38">
            <a:extLst>
              <a:ext uri="{FF2B5EF4-FFF2-40B4-BE49-F238E27FC236}">
                <a16:creationId xmlns:a16="http://schemas.microsoft.com/office/drawing/2014/main" id="{B9418F15-4649-0FF6-07D4-88AAA046999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143000"/>
            <a:ext cx="8153400" cy="2530475"/>
            <a:chOff x="240" y="720"/>
            <a:chExt cx="5136" cy="1594"/>
          </a:xfrm>
        </p:grpSpPr>
        <p:sp>
          <p:nvSpPr>
            <p:cNvPr id="416773" name="Text Box 5">
              <a:extLst>
                <a:ext uri="{FF2B5EF4-FFF2-40B4-BE49-F238E27FC236}">
                  <a16:creationId xmlns:a16="http://schemas.microsoft.com/office/drawing/2014/main" id="{BB31D88A-D6E6-B588-14C1-80490C054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7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WSDL</a:t>
              </a:r>
            </a:p>
          </p:txBody>
        </p:sp>
        <p:sp>
          <p:nvSpPr>
            <p:cNvPr id="416776" name="Text Box 8">
              <a:extLst>
                <a:ext uri="{FF2B5EF4-FFF2-40B4-BE49-F238E27FC236}">
                  <a16:creationId xmlns:a16="http://schemas.microsoft.com/office/drawing/2014/main" id="{A7F911BE-5DE3-0194-1CC4-C3FBACE5B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680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DISCO</a:t>
              </a:r>
            </a:p>
          </p:txBody>
        </p:sp>
        <p:sp>
          <p:nvSpPr>
            <p:cNvPr id="416787" name="Text Box 19">
              <a:extLst>
                <a:ext uri="{FF2B5EF4-FFF2-40B4-BE49-F238E27FC236}">
                  <a16:creationId xmlns:a16="http://schemas.microsoft.com/office/drawing/2014/main" id="{6AC93F17-0B8F-DB42-0ECE-FB09B78FE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064"/>
              <a:ext cx="10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CPP-CPA</a:t>
              </a:r>
            </a:p>
          </p:txBody>
        </p:sp>
      </p:grpSp>
      <p:grpSp>
        <p:nvGrpSpPr>
          <p:cNvPr id="416802" name="Group 34">
            <a:extLst>
              <a:ext uri="{FF2B5EF4-FFF2-40B4-BE49-F238E27FC236}">
                <a16:creationId xmlns:a16="http://schemas.microsoft.com/office/drawing/2014/main" id="{6432AC90-0781-1E85-AA22-9DFF92CDCA4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990600"/>
            <a:ext cx="6324600" cy="4054475"/>
            <a:chOff x="672" y="624"/>
            <a:chExt cx="3984" cy="2554"/>
          </a:xfrm>
        </p:grpSpPr>
        <p:sp>
          <p:nvSpPr>
            <p:cNvPr id="416777" name="Text Box 9">
              <a:extLst>
                <a:ext uri="{FF2B5EF4-FFF2-40B4-BE49-F238E27FC236}">
                  <a16:creationId xmlns:a16="http://schemas.microsoft.com/office/drawing/2014/main" id="{0AF32110-0CE4-35C9-3755-E12139CD5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92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PKI</a:t>
              </a:r>
            </a:p>
          </p:txBody>
        </p:sp>
        <p:sp>
          <p:nvSpPr>
            <p:cNvPr id="416780" name="Text Box 12">
              <a:extLst>
                <a:ext uri="{FF2B5EF4-FFF2-40B4-BE49-F238E27FC236}">
                  <a16:creationId xmlns:a16="http://schemas.microsoft.com/office/drawing/2014/main" id="{D1EBE90B-6B4C-64FA-704B-036A915BD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624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ebXML</a:t>
              </a:r>
            </a:p>
          </p:txBody>
        </p:sp>
        <p:sp>
          <p:nvSpPr>
            <p:cNvPr id="416785" name="Text Box 17">
              <a:extLst>
                <a:ext uri="{FF2B5EF4-FFF2-40B4-BE49-F238E27FC236}">
                  <a16:creationId xmlns:a16="http://schemas.microsoft.com/office/drawing/2014/main" id="{59237902-A2A2-4F87-F3AA-C6C0286C4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152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RosettaNet</a:t>
              </a:r>
            </a:p>
          </p:txBody>
        </p:sp>
        <p:sp>
          <p:nvSpPr>
            <p:cNvPr id="416788" name="Text Box 20">
              <a:extLst>
                <a:ext uri="{FF2B5EF4-FFF2-40B4-BE49-F238E27FC236}">
                  <a16:creationId xmlns:a16="http://schemas.microsoft.com/office/drawing/2014/main" id="{9FC0DF4C-F52C-A68C-C8F1-3EC1800C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400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WSEL</a:t>
              </a:r>
            </a:p>
          </p:txBody>
        </p:sp>
      </p:grpSp>
      <p:grpSp>
        <p:nvGrpSpPr>
          <p:cNvPr id="416803" name="Group 35">
            <a:extLst>
              <a:ext uri="{FF2B5EF4-FFF2-40B4-BE49-F238E27FC236}">
                <a16:creationId xmlns:a16="http://schemas.microsoft.com/office/drawing/2014/main" id="{A24A2606-E0EE-A5A5-D6F3-1FF0814D2FA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974725"/>
            <a:ext cx="7620000" cy="4070350"/>
            <a:chOff x="864" y="614"/>
            <a:chExt cx="4800" cy="2564"/>
          </a:xfrm>
        </p:grpSpPr>
        <p:sp>
          <p:nvSpPr>
            <p:cNvPr id="416778" name="Text Box 10">
              <a:extLst>
                <a:ext uri="{FF2B5EF4-FFF2-40B4-BE49-F238E27FC236}">
                  <a16:creationId xmlns:a16="http://schemas.microsoft.com/office/drawing/2014/main" id="{D28C079B-485B-E8BE-EB25-B595F9CC3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92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XKMS</a:t>
              </a:r>
            </a:p>
          </p:txBody>
        </p:sp>
        <p:sp>
          <p:nvSpPr>
            <p:cNvPr id="416782" name="Text Box 14">
              <a:extLst>
                <a:ext uri="{FF2B5EF4-FFF2-40B4-BE49-F238E27FC236}">
                  <a16:creationId xmlns:a16="http://schemas.microsoft.com/office/drawing/2014/main" id="{0D9806F8-007D-B0F8-3A83-BB8BDB67C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24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XMLP</a:t>
              </a:r>
            </a:p>
          </p:txBody>
        </p:sp>
        <p:sp>
          <p:nvSpPr>
            <p:cNvPr id="416786" name="Text Box 18">
              <a:extLst>
                <a:ext uri="{FF2B5EF4-FFF2-40B4-BE49-F238E27FC236}">
                  <a16:creationId xmlns:a16="http://schemas.microsoft.com/office/drawing/2014/main" id="{869EDAB5-BBFB-D5DC-F5D3-9E0338079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36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X-KISS</a:t>
              </a:r>
            </a:p>
          </p:txBody>
        </p:sp>
        <p:sp>
          <p:nvSpPr>
            <p:cNvPr id="416790" name="Text Box 22">
              <a:extLst>
                <a:ext uri="{FF2B5EF4-FFF2-40B4-BE49-F238E27FC236}">
                  <a16:creationId xmlns:a16="http://schemas.microsoft.com/office/drawing/2014/main" id="{0D81F530-0D9B-D309-A69A-DE949AD23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61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DIME</a:t>
              </a:r>
            </a:p>
          </p:txBody>
        </p:sp>
      </p:grpSp>
      <p:grpSp>
        <p:nvGrpSpPr>
          <p:cNvPr id="416805" name="Group 37">
            <a:extLst>
              <a:ext uri="{FF2B5EF4-FFF2-40B4-BE49-F238E27FC236}">
                <a16:creationId xmlns:a16="http://schemas.microsoft.com/office/drawing/2014/main" id="{C139B228-3A63-73F6-F524-3DD32795644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00200"/>
            <a:ext cx="4572000" cy="3902075"/>
            <a:chOff x="1248" y="1008"/>
            <a:chExt cx="2880" cy="2458"/>
          </a:xfrm>
        </p:grpSpPr>
        <p:sp>
          <p:nvSpPr>
            <p:cNvPr id="416775" name="Text Box 7">
              <a:extLst>
                <a:ext uri="{FF2B5EF4-FFF2-40B4-BE49-F238E27FC236}">
                  <a16:creationId xmlns:a16="http://schemas.microsoft.com/office/drawing/2014/main" id="{D2F19B56-42A6-4055-596A-DD944CD06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40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WSFL</a:t>
              </a:r>
            </a:p>
          </p:txBody>
        </p:sp>
        <p:sp>
          <p:nvSpPr>
            <p:cNvPr id="416781" name="Text Box 13">
              <a:extLst>
                <a:ext uri="{FF2B5EF4-FFF2-40B4-BE49-F238E27FC236}">
                  <a16:creationId xmlns:a16="http://schemas.microsoft.com/office/drawing/2014/main" id="{3BA44A16-4871-86DB-9C35-7F92C26E2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344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MathML</a:t>
              </a:r>
            </a:p>
          </p:txBody>
        </p:sp>
        <p:sp>
          <p:nvSpPr>
            <p:cNvPr id="416792" name="Text Box 24">
              <a:extLst>
                <a:ext uri="{FF2B5EF4-FFF2-40B4-BE49-F238E27FC236}">
                  <a16:creationId xmlns:a16="http://schemas.microsoft.com/office/drawing/2014/main" id="{50F375D7-E5F8-326B-AC76-EF2340AB4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1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DOM</a:t>
              </a:r>
            </a:p>
          </p:txBody>
        </p:sp>
        <p:sp>
          <p:nvSpPr>
            <p:cNvPr id="416793" name="Text Box 25">
              <a:extLst>
                <a:ext uri="{FF2B5EF4-FFF2-40B4-BE49-F238E27FC236}">
                  <a16:creationId xmlns:a16="http://schemas.microsoft.com/office/drawing/2014/main" id="{212442E6-2FB6-2168-DF28-81E6BC773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008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JABBER</a:t>
              </a:r>
            </a:p>
          </p:txBody>
        </p:sp>
      </p:grpSp>
      <p:sp>
        <p:nvSpPr>
          <p:cNvPr id="416794" name="Text Box 26">
            <a:extLst>
              <a:ext uri="{FF2B5EF4-FFF2-40B4-BE49-F238E27FC236}">
                <a16:creationId xmlns:a16="http://schemas.microsoft.com/office/drawing/2014/main" id="{6DF2C243-4220-3075-FC8C-48218D094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486400"/>
            <a:ext cx="472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nl-NL" sz="1800">
                <a:latin typeface="Tahoma" panose="020B0604030504040204" pitchFamily="34" charset="0"/>
              </a:rPr>
              <a:t>(ParaCetaMoL - which is what you’ll need after reading about all of these)</a:t>
            </a:r>
          </a:p>
        </p:txBody>
      </p:sp>
      <p:grpSp>
        <p:nvGrpSpPr>
          <p:cNvPr id="416808" name="Group 40">
            <a:extLst>
              <a:ext uri="{FF2B5EF4-FFF2-40B4-BE49-F238E27FC236}">
                <a16:creationId xmlns:a16="http://schemas.microsoft.com/office/drawing/2014/main" id="{09514A0F-F9E4-71EF-85CF-E32D5F7A5DE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657600"/>
            <a:ext cx="2590800" cy="549275"/>
            <a:chOff x="2928" y="2304"/>
            <a:chExt cx="1632" cy="346"/>
          </a:xfrm>
        </p:grpSpPr>
        <p:sp>
          <p:nvSpPr>
            <p:cNvPr id="416774" name="Text Box 6">
              <a:extLst>
                <a:ext uri="{FF2B5EF4-FFF2-40B4-BE49-F238E27FC236}">
                  <a16:creationId xmlns:a16="http://schemas.microsoft.com/office/drawing/2014/main" id="{D280E161-E16E-5125-8085-A36A88FFB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304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UDDI</a:t>
              </a:r>
            </a:p>
          </p:txBody>
        </p:sp>
        <p:sp>
          <p:nvSpPr>
            <p:cNvPr id="416795" name="Text Box 27">
              <a:extLst>
                <a:ext uri="{FF2B5EF4-FFF2-40B4-BE49-F238E27FC236}">
                  <a16:creationId xmlns:a16="http://schemas.microsoft.com/office/drawing/2014/main" id="{D9571FFA-6014-FAFD-AC25-CF3CCD973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0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P3P</a:t>
              </a:r>
            </a:p>
          </p:txBody>
        </p:sp>
      </p:grpSp>
      <p:grpSp>
        <p:nvGrpSpPr>
          <p:cNvPr id="416807" name="Group 39">
            <a:extLst>
              <a:ext uri="{FF2B5EF4-FFF2-40B4-BE49-F238E27FC236}">
                <a16:creationId xmlns:a16="http://schemas.microsoft.com/office/drawing/2014/main" id="{63535470-27BF-E671-B33D-00F572707A5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743200"/>
            <a:ext cx="6629400" cy="1082675"/>
            <a:chOff x="1392" y="1728"/>
            <a:chExt cx="4176" cy="682"/>
          </a:xfrm>
        </p:grpSpPr>
        <p:sp>
          <p:nvSpPr>
            <p:cNvPr id="416789" name="Text Box 21">
              <a:extLst>
                <a:ext uri="{FF2B5EF4-FFF2-40B4-BE49-F238E27FC236}">
                  <a16:creationId xmlns:a16="http://schemas.microsoft.com/office/drawing/2014/main" id="{E2BADCA2-B20F-9290-387A-64B8361BC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728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cXML</a:t>
              </a:r>
            </a:p>
          </p:txBody>
        </p:sp>
        <p:sp>
          <p:nvSpPr>
            <p:cNvPr id="416791" name="Text Box 23">
              <a:extLst>
                <a:ext uri="{FF2B5EF4-FFF2-40B4-BE49-F238E27FC236}">
                  <a16:creationId xmlns:a16="http://schemas.microsoft.com/office/drawing/2014/main" id="{16982D05-4BF1-D054-BB7C-738329CDD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824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XLINK</a:t>
              </a:r>
            </a:p>
          </p:txBody>
        </p:sp>
        <p:sp>
          <p:nvSpPr>
            <p:cNvPr id="416796" name="Text Box 28">
              <a:extLst>
                <a:ext uri="{FF2B5EF4-FFF2-40B4-BE49-F238E27FC236}">
                  <a16:creationId xmlns:a16="http://schemas.microsoft.com/office/drawing/2014/main" id="{F3F62C34-1571-AA70-6835-5CF80583C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16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DSML</a:t>
              </a:r>
            </a:p>
          </p:txBody>
        </p:sp>
      </p:grpSp>
      <p:grpSp>
        <p:nvGrpSpPr>
          <p:cNvPr id="416804" name="Group 36">
            <a:extLst>
              <a:ext uri="{FF2B5EF4-FFF2-40B4-BE49-F238E27FC236}">
                <a16:creationId xmlns:a16="http://schemas.microsoft.com/office/drawing/2014/main" id="{E5F94C5E-DEA8-FE61-D1D1-4D5C482313F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00200"/>
            <a:ext cx="8534400" cy="3001963"/>
            <a:chOff x="288" y="1008"/>
            <a:chExt cx="5376" cy="1891"/>
          </a:xfrm>
        </p:grpSpPr>
        <p:sp>
          <p:nvSpPr>
            <p:cNvPr id="416772" name="Text Box 4">
              <a:extLst>
                <a:ext uri="{FF2B5EF4-FFF2-40B4-BE49-F238E27FC236}">
                  <a16:creationId xmlns:a16="http://schemas.microsoft.com/office/drawing/2014/main" id="{641C6AED-1D05-EA22-51A4-EF9CB1AC0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344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SOAP</a:t>
              </a:r>
            </a:p>
          </p:txBody>
        </p:sp>
        <p:sp>
          <p:nvSpPr>
            <p:cNvPr id="416779" name="Text Box 11">
              <a:extLst>
                <a:ext uri="{FF2B5EF4-FFF2-40B4-BE49-F238E27FC236}">
                  <a16:creationId xmlns:a16="http://schemas.microsoft.com/office/drawing/2014/main" id="{0E4B952F-7194-DE3D-EDDA-54C7383CE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584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SAML</a:t>
              </a:r>
            </a:p>
          </p:txBody>
        </p:sp>
        <p:sp>
          <p:nvSpPr>
            <p:cNvPr id="416784" name="Text Box 16">
              <a:extLst>
                <a:ext uri="{FF2B5EF4-FFF2-40B4-BE49-F238E27FC236}">
                  <a16:creationId xmlns:a16="http://schemas.microsoft.com/office/drawing/2014/main" id="{0A156521-66C4-034A-4110-79061D0F6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008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XML-ENC</a:t>
              </a:r>
            </a:p>
          </p:txBody>
        </p:sp>
        <p:sp>
          <p:nvSpPr>
            <p:cNvPr id="416797" name="Text Box 29">
              <a:extLst>
                <a:ext uri="{FF2B5EF4-FFF2-40B4-BE49-F238E27FC236}">
                  <a16:creationId xmlns:a16="http://schemas.microsoft.com/office/drawing/2014/main" id="{89D79251-E375-36F4-730B-9609BC44C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649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DAML-S</a:t>
              </a:r>
            </a:p>
          </p:txBody>
        </p:sp>
      </p:grpSp>
      <p:grpSp>
        <p:nvGrpSpPr>
          <p:cNvPr id="416801" name="Group 33">
            <a:extLst>
              <a:ext uri="{FF2B5EF4-FFF2-40B4-BE49-F238E27FC236}">
                <a16:creationId xmlns:a16="http://schemas.microsoft.com/office/drawing/2014/main" id="{6FB18767-2CCA-86DC-FF12-9900AB679E8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90600"/>
            <a:ext cx="8077200" cy="4130675"/>
            <a:chOff x="384" y="624"/>
            <a:chExt cx="5088" cy="2602"/>
          </a:xfrm>
        </p:grpSpPr>
        <p:sp>
          <p:nvSpPr>
            <p:cNvPr id="416771" name="Text Box 3">
              <a:extLst>
                <a:ext uri="{FF2B5EF4-FFF2-40B4-BE49-F238E27FC236}">
                  <a16:creationId xmlns:a16="http://schemas.microsoft.com/office/drawing/2014/main" id="{71B58EA9-1A94-D6EE-BABF-9A617FE80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67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XML</a:t>
              </a:r>
            </a:p>
          </p:txBody>
        </p:sp>
        <p:sp>
          <p:nvSpPr>
            <p:cNvPr id="416783" name="Text Box 15">
              <a:extLst>
                <a:ext uri="{FF2B5EF4-FFF2-40B4-BE49-F238E27FC236}">
                  <a16:creationId xmlns:a16="http://schemas.microsoft.com/office/drawing/2014/main" id="{10C2FCBA-147F-A120-46FB-B1E6DBD3C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976"/>
              <a:ext cx="1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XSLT</a:t>
              </a:r>
            </a:p>
          </p:txBody>
        </p:sp>
        <p:sp>
          <p:nvSpPr>
            <p:cNvPr id="416798" name="Text Box 30">
              <a:extLst>
                <a:ext uri="{FF2B5EF4-FFF2-40B4-BE49-F238E27FC236}">
                  <a16:creationId xmlns:a16="http://schemas.microsoft.com/office/drawing/2014/main" id="{D57A1B0A-DB68-0F30-BF8A-47AFA0234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62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nl-NL" sz="2000" b="1">
                  <a:latin typeface="Tahoma" panose="020B0604030504040204" pitchFamily="34" charset="0"/>
                </a:rPr>
                <a:t>XSD</a:t>
              </a:r>
            </a:p>
          </p:txBody>
        </p:sp>
      </p:grpSp>
      <p:sp>
        <p:nvSpPr>
          <p:cNvPr id="416799" name="Text Box 31">
            <a:extLst>
              <a:ext uri="{FF2B5EF4-FFF2-40B4-BE49-F238E27FC236}">
                <a16:creationId xmlns:a16="http://schemas.microsoft.com/office/drawing/2014/main" id="{EE1AB513-92C2-614B-FC0D-0467608A7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105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 sz="2000" b="1">
                <a:latin typeface="Tahoma" panose="020B0604030504040204" pitchFamily="34" charset="0"/>
              </a:rPr>
              <a:t>PCML</a:t>
            </a:r>
          </a:p>
        </p:txBody>
      </p:sp>
      <p:sp>
        <p:nvSpPr>
          <p:cNvPr id="416800" name="Line 32">
            <a:extLst>
              <a:ext uri="{FF2B5EF4-FFF2-40B4-BE49-F238E27FC236}">
                <a16:creationId xmlns:a16="http://schemas.microsoft.com/office/drawing/2014/main" id="{A23F67E6-6808-4CC8-B12A-D50C80CBBA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5334000"/>
            <a:ext cx="457200" cy="152400"/>
          </a:xfrm>
          <a:prstGeom prst="line">
            <a:avLst/>
          </a:prstGeom>
          <a:noFill/>
          <a:ln w="19050" cap="sq">
            <a:solidFill>
              <a:srgbClr val="FF99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1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94" grpId="0" autoUpdateAnimBg="0"/>
      <p:bldP spid="41679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5AB201F9-2B46-F8DC-E23C-C1BF58BAC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18821" name="AutoShape 5">
            <a:extLst>
              <a:ext uri="{FF2B5EF4-FFF2-40B4-BE49-F238E27FC236}">
                <a16:creationId xmlns:a16="http://schemas.microsoft.com/office/drawing/2014/main" id="{C09CCFC0-EAA4-E9DB-2245-88F3F36FF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18822" name="Picture 6">
            <a:extLst>
              <a:ext uri="{FF2B5EF4-FFF2-40B4-BE49-F238E27FC236}">
                <a16:creationId xmlns:a16="http://schemas.microsoft.com/office/drawing/2014/main" id="{F78E1D6D-BC25-22D9-5E2D-02792AA8B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823" name="Picture 7">
            <a:extLst>
              <a:ext uri="{FF2B5EF4-FFF2-40B4-BE49-F238E27FC236}">
                <a16:creationId xmlns:a16="http://schemas.microsoft.com/office/drawing/2014/main" id="{34700A34-6B5E-21B8-750D-096B4806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8824" name="Object 8">
            <a:extLst>
              <a:ext uri="{FF2B5EF4-FFF2-40B4-BE49-F238E27FC236}">
                <a16:creationId xmlns:a16="http://schemas.microsoft.com/office/drawing/2014/main" id="{6BF7B058-F8F5-46F1-B95A-EDC0C30130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520280" imgH="1697760" progId="MS_ClipArt_Gallery.5">
                  <p:embed/>
                </p:oleObj>
              </mc:Choice>
              <mc:Fallback>
                <p:oleObj name="Clip" r:id="rId4" imgW="1520280" imgH="1697760" progId="MS_ClipArt_Gallery.5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825" name="Line 9">
            <a:extLst>
              <a:ext uri="{FF2B5EF4-FFF2-40B4-BE49-F238E27FC236}">
                <a16:creationId xmlns:a16="http://schemas.microsoft.com/office/drawing/2014/main" id="{77149B8F-A80C-9C13-0F29-28AD892A1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8826" name="Line 10">
            <a:extLst>
              <a:ext uri="{FF2B5EF4-FFF2-40B4-BE49-F238E27FC236}">
                <a16:creationId xmlns:a16="http://schemas.microsoft.com/office/drawing/2014/main" id="{6596292E-E8E9-699A-6BE0-3AE014034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8827" name="Line 11">
            <a:extLst>
              <a:ext uri="{FF2B5EF4-FFF2-40B4-BE49-F238E27FC236}">
                <a16:creationId xmlns:a16="http://schemas.microsoft.com/office/drawing/2014/main" id="{AD24C7B4-2436-536D-0DD0-D986575E5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1026">
            <a:extLst>
              <a:ext uri="{FF2B5EF4-FFF2-40B4-BE49-F238E27FC236}">
                <a16:creationId xmlns:a16="http://schemas.microsoft.com/office/drawing/2014/main" id="{6060E94F-E976-FB5C-E58B-93A9EE363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19843" name="AutoShape 1027">
            <a:extLst>
              <a:ext uri="{FF2B5EF4-FFF2-40B4-BE49-F238E27FC236}">
                <a16:creationId xmlns:a16="http://schemas.microsoft.com/office/drawing/2014/main" id="{74B27A4C-944F-1F37-3E81-4E7A13759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19844" name="AutoShape 1028">
            <a:extLst>
              <a:ext uri="{FF2B5EF4-FFF2-40B4-BE49-F238E27FC236}">
                <a16:creationId xmlns:a16="http://schemas.microsoft.com/office/drawing/2014/main" id="{9607EB32-A860-3774-EE56-36DBFD87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19845" name="Picture 1029">
            <a:extLst>
              <a:ext uri="{FF2B5EF4-FFF2-40B4-BE49-F238E27FC236}">
                <a16:creationId xmlns:a16="http://schemas.microsoft.com/office/drawing/2014/main" id="{A7DC8009-6FA9-1B56-2A12-23F6C4543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46" name="Picture 1030">
            <a:extLst>
              <a:ext uri="{FF2B5EF4-FFF2-40B4-BE49-F238E27FC236}">
                <a16:creationId xmlns:a16="http://schemas.microsoft.com/office/drawing/2014/main" id="{8842EE0D-E544-AD62-EEA8-2294C2CB5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9847" name="Object 1031">
            <a:extLst>
              <a:ext uri="{FF2B5EF4-FFF2-40B4-BE49-F238E27FC236}">
                <a16:creationId xmlns:a16="http://schemas.microsoft.com/office/drawing/2014/main" id="{DA162F9B-D377-A92A-0141-BF394882F5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520280" imgH="1697760" progId="MS_ClipArt_Gallery.5">
                  <p:embed/>
                </p:oleObj>
              </mc:Choice>
              <mc:Fallback>
                <p:oleObj name="Clip" r:id="rId4" imgW="1520280" imgH="1697760" progId="MS_ClipArt_Gallery.5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8" name="AutoShape 1032">
            <a:extLst>
              <a:ext uri="{FF2B5EF4-FFF2-40B4-BE49-F238E27FC236}">
                <a16:creationId xmlns:a16="http://schemas.microsoft.com/office/drawing/2014/main" id="{2EDB4452-A274-DE0D-809D-2FF52CA5B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62100"/>
            <a:ext cx="698500" cy="5715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419849" name="Line 1033">
            <a:extLst>
              <a:ext uri="{FF2B5EF4-FFF2-40B4-BE49-F238E27FC236}">
                <a16:creationId xmlns:a16="http://schemas.microsoft.com/office/drawing/2014/main" id="{9457775F-861F-99D5-0FEF-800ED1873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9850" name="Line 1034">
            <a:extLst>
              <a:ext uri="{FF2B5EF4-FFF2-40B4-BE49-F238E27FC236}">
                <a16:creationId xmlns:a16="http://schemas.microsoft.com/office/drawing/2014/main" id="{8421DEC0-9173-57BB-9DA6-3C1849747B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9851" name="Line 1035">
            <a:extLst>
              <a:ext uri="{FF2B5EF4-FFF2-40B4-BE49-F238E27FC236}">
                <a16:creationId xmlns:a16="http://schemas.microsoft.com/office/drawing/2014/main" id="{C00A62A2-F2A1-FDE1-0B02-8CE361F4E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057400"/>
            <a:ext cx="9144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9852" name="Line 1036">
            <a:extLst>
              <a:ext uri="{FF2B5EF4-FFF2-40B4-BE49-F238E27FC236}">
                <a16:creationId xmlns:a16="http://schemas.microsoft.com/office/drawing/2014/main" id="{496BB453-2967-FCAA-3F40-18E0EB01E3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19853" name="Line 1037">
            <a:extLst>
              <a:ext uri="{FF2B5EF4-FFF2-40B4-BE49-F238E27FC236}">
                <a16:creationId xmlns:a16="http://schemas.microsoft.com/office/drawing/2014/main" id="{47FBAA44-3FFD-BD5A-FE6C-BFB84A8CC6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1336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1026">
            <a:extLst>
              <a:ext uri="{FF2B5EF4-FFF2-40B4-BE49-F238E27FC236}">
                <a16:creationId xmlns:a16="http://schemas.microsoft.com/office/drawing/2014/main" id="{9F735BB3-6F27-60DC-8EF8-F33F0ED3E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20867" name="AutoShape 1027">
            <a:extLst>
              <a:ext uri="{FF2B5EF4-FFF2-40B4-BE49-F238E27FC236}">
                <a16:creationId xmlns:a16="http://schemas.microsoft.com/office/drawing/2014/main" id="{9BE453AA-756E-E875-E252-E96ACD6F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029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0868" name="AutoShape 1028">
            <a:extLst>
              <a:ext uri="{FF2B5EF4-FFF2-40B4-BE49-F238E27FC236}">
                <a16:creationId xmlns:a16="http://schemas.microsoft.com/office/drawing/2014/main" id="{9A87D4D6-F9A6-3B7C-BAAA-D7CC7584B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0869" name="AutoShape 1029">
            <a:extLst>
              <a:ext uri="{FF2B5EF4-FFF2-40B4-BE49-F238E27FC236}">
                <a16:creationId xmlns:a16="http://schemas.microsoft.com/office/drawing/2014/main" id="{3BB18271-C179-E6E6-C21F-4C01CF794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20870" name="Picture 1030">
            <a:extLst>
              <a:ext uri="{FF2B5EF4-FFF2-40B4-BE49-F238E27FC236}">
                <a16:creationId xmlns:a16="http://schemas.microsoft.com/office/drawing/2014/main" id="{69DF228C-F228-135A-5960-7B4DDB47E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0871" name="Picture 1031">
            <a:extLst>
              <a:ext uri="{FF2B5EF4-FFF2-40B4-BE49-F238E27FC236}">
                <a16:creationId xmlns:a16="http://schemas.microsoft.com/office/drawing/2014/main" id="{413EAA10-773E-E784-966D-4093EC38E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0872" name="Picture 1032">
            <a:extLst>
              <a:ext uri="{FF2B5EF4-FFF2-40B4-BE49-F238E27FC236}">
                <a16:creationId xmlns:a16="http://schemas.microsoft.com/office/drawing/2014/main" id="{D44D778D-FE01-8531-2E4E-9E4FA2640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447800"/>
            <a:ext cx="8477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0873" name="Object 1033">
            <a:extLst>
              <a:ext uri="{FF2B5EF4-FFF2-40B4-BE49-F238E27FC236}">
                <a16:creationId xmlns:a16="http://schemas.microsoft.com/office/drawing/2014/main" id="{D6AC4360-0697-7986-CD25-AC0A3645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520280" imgH="1697760" progId="MS_ClipArt_Gallery.5">
                  <p:embed/>
                </p:oleObj>
              </mc:Choice>
              <mc:Fallback>
                <p:oleObj name="Clip" r:id="rId5" imgW="1520280" imgH="1697760" progId="MS_ClipArt_Gallery.5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4" name="AutoShape 1034">
            <a:extLst>
              <a:ext uri="{FF2B5EF4-FFF2-40B4-BE49-F238E27FC236}">
                <a16:creationId xmlns:a16="http://schemas.microsoft.com/office/drawing/2014/main" id="{D688FA26-96C4-3049-ACD3-CE79C82CE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62100"/>
            <a:ext cx="698500" cy="5715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420875" name="Line 1035">
            <a:extLst>
              <a:ext uri="{FF2B5EF4-FFF2-40B4-BE49-F238E27FC236}">
                <a16:creationId xmlns:a16="http://schemas.microsoft.com/office/drawing/2014/main" id="{A4245DFB-F5E6-451C-9770-0B47DD307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76" name="Line 1036">
            <a:extLst>
              <a:ext uri="{FF2B5EF4-FFF2-40B4-BE49-F238E27FC236}">
                <a16:creationId xmlns:a16="http://schemas.microsoft.com/office/drawing/2014/main" id="{CA481307-6BED-1206-6E7C-27EAE7D8C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77" name="Line 1037">
            <a:extLst>
              <a:ext uri="{FF2B5EF4-FFF2-40B4-BE49-F238E27FC236}">
                <a16:creationId xmlns:a16="http://schemas.microsoft.com/office/drawing/2014/main" id="{08CB721C-03AC-8809-0D45-A97324D06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057400"/>
            <a:ext cx="9144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78" name="Line 1038">
            <a:extLst>
              <a:ext uri="{FF2B5EF4-FFF2-40B4-BE49-F238E27FC236}">
                <a16:creationId xmlns:a16="http://schemas.microsoft.com/office/drawing/2014/main" id="{FD95E1AC-D32F-FC51-C4EB-1AB10FEFC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1600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79" name="Line 1039">
            <a:extLst>
              <a:ext uri="{FF2B5EF4-FFF2-40B4-BE49-F238E27FC236}">
                <a16:creationId xmlns:a16="http://schemas.microsoft.com/office/drawing/2014/main" id="{A0565D1D-CC8C-DC47-E9C3-B7C39935A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133600"/>
            <a:ext cx="76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80" name="Line 1040">
            <a:extLst>
              <a:ext uri="{FF2B5EF4-FFF2-40B4-BE49-F238E27FC236}">
                <a16:creationId xmlns:a16="http://schemas.microsoft.com/office/drawing/2014/main" id="{8EF7AED9-A78E-F137-5E50-99D4AAEF2F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2133600"/>
            <a:ext cx="1600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81" name="Line 1041">
            <a:extLst>
              <a:ext uri="{FF2B5EF4-FFF2-40B4-BE49-F238E27FC236}">
                <a16:creationId xmlns:a16="http://schemas.microsoft.com/office/drawing/2014/main" id="{55E560BF-7A11-746F-C245-E8524BB4E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0882" name="Line 1042">
            <a:extLst>
              <a:ext uri="{FF2B5EF4-FFF2-40B4-BE49-F238E27FC236}">
                <a16:creationId xmlns:a16="http://schemas.microsoft.com/office/drawing/2014/main" id="{C0CB8420-940A-5C97-E6C7-0764921061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1336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 advTm="0">
    <p:dissolv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3B88664E-8534-F2FB-ACED-35C0D0C97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21891" name="AutoShape 3">
            <a:extLst>
              <a:ext uri="{FF2B5EF4-FFF2-40B4-BE49-F238E27FC236}">
                <a16:creationId xmlns:a16="http://schemas.microsoft.com/office/drawing/2014/main" id="{58DC706A-2A1D-B80C-649D-D7FAC5EF7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029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1892" name="AutoShape 4">
            <a:extLst>
              <a:ext uri="{FF2B5EF4-FFF2-40B4-BE49-F238E27FC236}">
                <a16:creationId xmlns:a16="http://schemas.microsoft.com/office/drawing/2014/main" id="{D30C53C7-6AB3-0FA7-3005-8011E11A2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1893" name="AutoShape 5">
            <a:extLst>
              <a:ext uri="{FF2B5EF4-FFF2-40B4-BE49-F238E27FC236}">
                <a16:creationId xmlns:a16="http://schemas.microsoft.com/office/drawing/2014/main" id="{0E7DC64C-01E9-A2BA-53DE-799C6509E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1894" name="AutoShape 6">
            <a:extLst>
              <a:ext uri="{FF2B5EF4-FFF2-40B4-BE49-F238E27FC236}">
                <a16:creationId xmlns:a16="http://schemas.microsoft.com/office/drawing/2014/main" id="{AE1D6350-55EA-D5BE-DF2F-F95F14548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1895" name="AutoShape 7">
            <a:extLst>
              <a:ext uri="{FF2B5EF4-FFF2-40B4-BE49-F238E27FC236}">
                <a16:creationId xmlns:a16="http://schemas.microsoft.com/office/drawing/2014/main" id="{C580C234-038A-CB81-7AAF-27D55E9D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21896" name="Picture 8">
            <a:extLst>
              <a:ext uri="{FF2B5EF4-FFF2-40B4-BE49-F238E27FC236}">
                <a16:creationId xmlns:a16="http://schemas.microsoft.com/office/drawing/2014/main" id="{C9F20285-18EB-CAA1-0B6B-A26DFEC62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897" name="Picture 9">
            <a:extLst>
              <a:ext uri="{FF2B5EF4-FFF2-40B4-BE49-F238E27FC236}">
                <a16:creationId xmlns:a16="http://schemas.microsoft.com/office/drawing/2014/main" id="{51B42D44-BFB2-119C-DC5C-03BC4EC06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898" name="Picture 10">
            <a:extLst>
              <a:ext uri="{FF2B5EF4-FFF2-40B4-BE49-F238E27FC236}">
                <a16:creationId xmlns:a16="http://schemas.microsoft.com/office/drawing/2014/main" id="{59C21A5D-BD7D-EB8A-B904-927F432C9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447800"/>
            <a:ext cx="8477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1899" name="Object 11">
            <a:extLst>
              <a:ext uri="{FF2B5EF4-FFF2-40B4-BE49-F238E27FC236}">
                <a16:creationId xmlns:a16="http://schemas.microsoft.com/office/drawing/2014/main" id="{92DB37B0-152D-A61F-49C0-AD61B1E693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520280" imgH="1697760" progId="MS_ClipArt_Gallery.5">
                  <p:embed/>
                </p:oleObj>
              </mc:Choice>
              <mc:Fallback>
                <p:oleObj name="Clip" r:id="rId5" imgW="1520280" imgH="1697760" progId="MS_ClipArt_Gallery.5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900" name="AutoShape 12">
            <a:extLst>
              <a:ext uri="{FF2B5EF4-FFF2-40B4-BE49-F238E27FC236}">
                <a16:creationId xmlns:a16="http://schemas.microsoft.com/office/drawing/2014/main" id="{CAC3F108-D0DD-3EBE-9589-45C73A2E1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62100"/>
            <a:ext cx="698500" cy="5715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421901" name="Line 13">
            <a:extLst>
              <a:ext uri="{FF2B5EF4-FFF2-40B4-BE49-F238E27FC236}">
                <a16:creationId xmlns:a16="http://schemas.microsoft.com/office/drawing/2014/main" id="{9E3D83DF-681E-F2C2-8C84-5E616F067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2" name="Line 14">
            <a:extLst>
              <a:ext uri="{FF2B5EF4-FFF2-40B4-BE49-F238E27FC236}">
                <a16:creationId xmlns:a16="http://schemas.microsoft.com/office/drawing/2014/main" id="{EB0995D1-09AC-1880-24A5-86D825AC2B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057400"/>
            <a:ext cx="5334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3" name="Line 15">
            <a:extLst>
              <a:ext uri="{FF2B5EF4-FFF2-40B4-BE49-F238E27FC236}">
                <a16:creationId xmlns:a16="http://schemas.microsoft.com/office/drawing/2014/main" id="{A821153C-808D-C2E0-DB11-B087F934D1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4" name="Line 16">
            <a:extLst>
              <a:ext uri="{FF2B5EF4-FFF2-40B4-BE49-F238E27FC236}">
                <a16:creationId xmlns:a16="http://schemas.microsoft.com/office/drawing/2014/main" id="{D490DA89-E67F-36E2-6505-C82420F7D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057400"/>
            <a:ext cx="9144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5" name="Line 17">
            <a:extLst>
              <a:ext uri="{FF2B5EF4-FFF2-40B4-BE49-F238E27FC236}">
                <a16:creationId xmlns:a16="http://schemas.microsoft.com/office/drawing/2014/main" id="{3E66EB49-E753-935B-0E43-C61423836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2133600"/>
            <a:ext cx="4572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6" name="Line 18">
            <a:extLst>
              <a:ext uri="{FF2B5EF4-FFF2-40B4-BE49-F238E27FC236}">
                <a16:creationId xmlns:a16="http://schemas.microsoft.com/office/drawing/2014/main" id="{3FB1D811-FADF-0975-A90B-CBC95AEA1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1600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7" name="Line 19">
            <a:extLst>
              <a:ext uri="{FF2B5EF4-FFF2-40B4-BE49-F238E27FC236}">
                <a16:creationId xmlns:a16="http://schemas.microsoft.com/office/drawing/2014/main" id="{057BA0D9-412F-38BB-19E5-E713BDF76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133600"/>
            <a:ext cx="76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8" name="Line 20">
            <a:extLst>
              <a:ext uri="{FF2B5EF4-FFF2-40B4-BE49-F238E27FC236}">
                <a16:creationId xmlns:a16="http://schemas.microsoft.com/office/drawing/2014/main" id="{4638DB23-6B07-C4CA-1D40-EA8EC7450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2133600"/>
            <a:ext cx="1600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09" name="Line 21">
            <a:extLst>
              <a:ext uri="{FF2B5EF4-FFF2-40B4-BE49-F238E27FC236}">
                <a16:creationId xmlns:a16="http://schemas.microsoft.com/office/drawing/2014/main" id="{5B15CDE2-AF59-561D-060C-01D95291BD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10" name="Line 22">
            <a:extLst>
              <a:ext uri="{FF2B5EF4-FFF2-40B4-BE49-F238E27FC236}">
                <a16:creationId xmlns:a16="http://schemas.microsoft.com/office/drawing/2014/main" id="{E18CA7A4-2B09-15CE-BF47-B769DCC07A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057400"/>
            <a:ext cx="2362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11" name="Line 23">
            <a:extLst>
              <a:ext uri="{FF2B5EF4-FFF2-40B4-BE49-F238E27FC236}">
                <a16:creationId xmlns:a16="http://schemas.microsoft.com/office/drawing/2014/main" id="{F459522D-8021-2933-C185-BD9C3CD3F3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133600"/>
            <a:ext cx="20574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1912" name="Line 24">
            <a:extLst>
              <a:ext uri="{FF2B5EF4-FFF2-40B4-BE49-F238E27FC236}">
                <a16:creationId xmlns:a16="http://schemas.microsoft.com/office/drawing/2014/main" id="{FDB05E8C-80FB-DCCF-A79E-5FA145179D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1336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 advClick="0" advTm="0">
    <p:dissolv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D2393849-11FD-EAC2-EB0D-90964B7E4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22915" name="AutoShape 3">
            <a:extLst>
              <a:ext uri="{FF2B5EF4-FFF2-40B4-BE49-F238E27FC236}">
                <a16:creationId xmlns:a16="http://schemas.microsoft.com/office/drawing/2014/main" id="{1FB3460A-9397-A236-3697-599C1293C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572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16" name="AutoShape 4">
            <a:extLst>
              <a:ext uri="{FF2B5EF4-FFF2-40B4-BE49-F238E27FC236}">
                <a16:creationId xmlns:a16="http://schemas.microsoft.com/office/drawing/2014/main" id="{1207CAF8-D8FA-F97C-1760-86EDB349C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00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17" name="AutoShape 5">
            <a:extLst>
              <a:ext uri="{FF2B5EF4-FFF2-40B4-BE49-F238E27FC236}">
                <a16:creationId xmlns:a16="http://schemas.microsoft.com/office/drawing/2014/main" id="{BB2D484D-55DD-7841-2D7E-5E3EB538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029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18" name="AutoShape 6">
            <a:extLst>
              <a:ext uri="{FF2B5EF4-FFF2-40B4-BE49-F238E27FC236}">
                <a16:creationId xmlns:a16="http://schemas.microsoft.com/office/drawing/2014/main" id="{881F6B19-3B74-4F1A-9C8F-BCBFFC9AB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19" name="AutoShape 7">
            <a:extLst>
              <a:ext uri="{FF2B5EF4-FFF2-40B4-BE49-F238E27FC236}">
                <a16:creationId xmlns:a16="http://schemas.microsoft.com/office/drawing/2014/main" id="{26B2EF09-6AB6-9F96-3E79-053E7256E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20" name="AutoShape 8">
            <a:extLst>
              <a:ext uri="{FF2B5EF4-FFF2-40B4-BE49-F238E27FC236}">
                <a16:creationId xmlns:a16="http://schemas.microsoft.com/office/drawing/2014/main" id="{1C59654D-4477-EC11-D759-9621EFE60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19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21" name="AutoShape 9">
            <a:extLst>
              <a:ext uri="{FF2B5EF4-FFF2-40B4-BE49-F238E27FC236}">
                <a16:creationId xmlns:a16="http://schemas.microsoft.com/office/drawing/2014/main" id="{961367BB-3EAC-F0C0-CC96-8539D073C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648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22" name="AutoShape 10">
            <a:extLst>
              <a:ext uri="{FF2B5EF4-FFF2-40B4-BE49-F238E27FC236}">
                <a16:creationId xmlns:a16="http://schemas.microsoft.com/office/drawing/2014/main" id="{5C39DF46-E090-9E44-1108-99A18AE81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22923" name="AutoShape 11">
            <a:extLst>
              <a:ext uri="{FF2B5EF4-FFF2-40B4-BE49-F238E27FC236}">
                <a16:creationId xmlns:a16="http://schemas.microsoft.com/office/drawing/2014/main" id="{CFEBA2D1-B5D3-C0EE-60B7-792A34970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22924" name="Picture 12">
            <a:extLst>
              <a:ext uri="{FF2B5EF4-FFF2-40B4-BE49-F238E27FC236}">
                <a16:creationId xmlns:a16="http://schemas.microsoft.com/office/drawing/2014/main" id="{76481F25-F8B1-02A8-CA1B-C396F11A6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925" name="Picture 13">
            <a:extLst>
              <a:ext uri="{FF2B5EF4-FFF2-40B4-BE49-F238E27FC236}">
                <a16:creationId xmlns:a16="http://schemas.microsoft.com/office/drawing/2014/main" id="{554CD5DC-AB0E-793D-7824-3C09F85C6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926" name="Picture 14">
            <a:extLst>
              <a:ext uri="{FF2B5EF4-FFF2-40B4-BE49-F238E27FC236}">
                <a16:creationId xmlns:a16="http://schemas.microsoft.com/office/drawing/2014/main" id="{A26040B4-98D2-A088-9C0D-ED6AC9210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447800"/>
            <a:ext cx="8477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2927" name="Object 15">
            <a:extLst>
              <a:ext uri="{FF2B5EF4-FFF2-40B4-BE49-F238E27FC236}">
                <a16:creationId xmlns:a16="http://schemas.microsoft.com/office/drawing/2014/main" id="{A6EB3C42-A97A-CF83-F6D9-FEAFF815D5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520280" imgH="1697760" progId="MS_ClipArt_Gallery.5">
                  <p:embed/>
                </p:oleObj>
              </mc:Choice>
              <mc:Fallback>
                <p:oleObj name="Clip" r:id="rId5" imgW="1520280" imgH="1697760" progId="MS_ClipArt_Gallery.5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8" name="AutoShape 16">
            <a:extLst>
              <a:ext uri="{FF2B5EF4-FFF2-40B4-BE49-F238E27FC236}">
                <a16:creationId xmlns:a16="http://schemas.microsoft.com/office/drawing/2014/main" id="{46E741EC-66BD-3A43-9021-6E2CD5D3F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62100"/>
            <a:ext cx="698500" cy="5715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nl-NL"/>
          </a:p>
        </p:txBody>
      </p:sp>
      <p:pic>
        <p:nvPicPr>
          <p:cNvPr id="422929" name="Picture 17">
            <a:extLst>
              <a:ext uri="{FF2B5EF4-FFF2-40B4-BE49-F238E27FC236}">
                <a16:creationId xmlns:a16="http://schemas.microsoft.com/office/drawing/2014/main" id="{9D0FBF7E-5F8E-C4B0-E0F6-E13F63EE5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1181100"/>
            <a:ext cx="40957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930" name="Line 18">
            <a:extLst>
              <a:ext uri="{FF2B5EF4-FFF2-40B4-BE49-F238E27FC236}">
                <a16:creationId xmlns:a16="http://schemas.microsoft.com/office/drawing/2014/main" id="{A827E07C-C979-F448-CE8D-92C0E5F52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1" name="Line 19">
            <a:extLst>
              <a:ext uri="{FF2B5EF4-FFF2-40B4-BE49-F238E27FC236}">
                <a16:creationId xmlns:a16="http://schemas.microsoft.com/office/drawing/2014/main" id="{30F1E8D3-788B-CD35-235C-C7DC49E8C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34290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2" name="Line 20">
            <a:extLst>
              <a:ext uri="{FF2B5EF4-FFF2-40B4-BE49-F238E27FC236}">
                <a16:creationId xmlns:a16="http://schemas.microsoft.com/office/drawing/2014/main" id="{C8B82F4A-7F75-1B2A-BAE8-5C2A91C0F1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057400"/>
            <a:ext cx="5334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3" name="Line 21">
            <a:extLst>
              <a:ext uri="{FF2B5EF4-FFF2-40B4-BE49-F238E27FC236}">
                <a16:creationId xmlns:a16="http://schemas.microsoft.com/office/drawing/2014/main" id="{350B64BB-91E5-3CC2-4D40-8F2C9A5299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4" name="Line 22">
            <a:extLst>
              <a:ext uri="{FF2B5EF4-FFF2-40B4-BE49-F238E27FC236}">
                <a16:creationId xmlns:a16="http://schemas.microsoft.com/office/drawing/2014/main" id="{AFB5676E-6E57-7E4E-11B6-E27C312D0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057400"/>
            <a:ext cx="281940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5" name="Line 23">
            <a:extLst>
              <a:ext uri="{FF2B5EF4-FFF2-40B4-BE49-F238E27FC236}">
                <a16:creationId xmlns:a16="http://schemas.microsoft.com/office/drawing/2014/main" id="{77F46A3A-43B4-CCE4-58C5-B91632187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057400"/>
            <a:ext cx="762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6" name="Line 24">
            <a:extLst>
              <a:ext uri="{FF2B5EF4-FFF2-40B4-BE49-F238E27FC236}">
                <a16:creationId xmlns:a16="http://schemas.microsoft.com/office/drawing/2014/main" id="{D0EF39BE-667D-D197-062E-5D978A9F6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057400"/>
            <a:ext cx="6096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7" name="Line 25">
            <a:extLst>
              <a:ext uri="{FF2B5EF4-FFF2-40B4-BE49-F238E27FC236}">
                <a16:creationId xmlns:a16="http://schemas.microsoft.com/office/drawing/2014/main" id="{0743519D-6005-4A1A-F8D7-41EFEDBAD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057400"/>
            <a:ext cx="9144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8" name="Line 26">
            <a:extLst>
              <a:ext uri="{FF2B5EF4-FFF2-40B4-BE49-F238E27FC236}">
                <a16:creationId xmlns:a16="http://schemas.microsoft.com/office/drawing/2014/main" id="{D92EDBAA-A52C-90DF-BCED-1009049D10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2133600"/>
            <a:ext cx="4572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39" name="Line 27">
            <a:extLst>
              <a:ext uri="{FF2B5EF4-FFF2-40B4-BE49-F238E27FC236}">
                <a16:creationId xmlns:a16="http://schemas.microsoft.com/office/drawing/2014/main" id="{F242CF3A-8FC7-118D-AD81-41B10EA82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1600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0" name="Line 28">
            <a:extLst>
              <a:ext uri="{FF2B5EF4-FFF2-40B4-BE49-F238E27FC236}">
                <a16:creationId xmlns:a16="http://schemas.microsoft.com/office/drawing/2014/main" id="{662E1182-CC86-B09B-D453-0AD4C55238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133600"/>
            <a:ext cx="4572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1" name="Line 29">
            <a:extLst>
              <a:ext uri="{FF2B5EF4-FFF2-40B4-BE49-F238E27FC236}">
                <a16:creationId xmlns:a16="http://schemas.microsoft.com/office/drawing/2014/main" id="{27540047-94E0-E80E-7790-B213A166D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762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2" name="Line 30">
            <a:extLst>
              <a:ext uri="{FF2B5EF4-FFF2-40B4-BE49-F238E27FC236}">
                <a16:creationId xmlns:a16="http://schemas.microsoft.com/office/drawing/2014/main" id="{8B1B7347-FA6C-2F93-234D-672C8F7A7C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133600"/>
            <a:ext cx="32766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3" name="Line 31">
            <a:extLst>
              <a:ext uri="{FF2B5EF4-FFF2-40B4-BE49-F238E27FC236}">
                <a16:creationId xmlns:a16="http://schemas.microsoft.com/office/drawing/2014/main" id="{80118863-48AC-F993-9984-92266EC27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133600"/>
            <a:ext cx="76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4" name="Line 32">
            <a:extLst>
              <a:ext uri="{FF2B5EF4-FFF2-40B4-BE49-F238E27FC236}">
                <a16:creationId xmlns:a16="http://schemas.microsoft.com/office/drawing/2014/main" id="{C01BA0C7-0D27-3139-6713-28401EAB2C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2133600"/>
            <a:ext cx="1600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5" name="Line 33">
            <a:extLst>
              <a:ext uri="{FF2B5EF4-FFF2-40B4-BE49-F238E27FC236}">
                <a16:creationId xmlns:a16="http://schemas.microsoft.com/office/drawing/2014/main" id="{DC00EADC-DF74-D3B3-EF3E-28B701DD4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6" name="Line 34">
            <a:extLst>
              <a:ext uri="{FF2B5EF4-FFF2-40B4-BE49-F238E27FC236}">
                <a16:creationId xmlns:a16="http://schemas.microsoft.com/office/drawing/2014/main" id="{59BE2C09-4098-7756-AB3C-0A1715CB90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057400"/>
            <a:ext cx="2362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7" name="Line 35">
            <a:extLst>
              <a:ext uri="{FF2B5EF4-FFF2-40B4-BE49-F238E27FC236}">
                <a16:creationId xmlns:a16="http://schemas.microsoft.com/office/drawing/2014/main" id="{8770B8F7-04F7-B89F-DDD5-63693373CD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209800"/>
            <a:ext cx="18288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8" name="Line 36">
            <a:extLst>
              <a:ext uri="{FF2B5EF4-FFF2-40B4-BE49-F238E27FC236}">
                <a16:creationId xmlns:a16="http://schemas.microsoft.com/office/drawing/2014/main" id="{6C3844FC-CC70-5116-E0E3-F97B3094E7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2133600"/>
            <a:ext cx="4572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49" name="Line 37">
            <a:extLst>
              <a:ext uri="{FF2B5EF4-FFF2-40B4-BE49-F238E27FC236}">
                <a16:creationId xmlns:a16="http://schemas.microsoft.com/office/drawing/2014/main" id="{79D8EC09-D869-F7D5-E2C8-7313E0D67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33600"/>
            <a:ext cx="3810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50" name="Line 38">
            <a:extLst>
              <a:ext uri="{FF2B5EF4-FFF2-40B4-BE49-F238E27FC236}">
                <a16:creationId xmlns:a16="http://schemas.microsoft.com/office/drawing/2014/main" id="{489F994C-5241-0C9D-191D-BEDF61A7C2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057400"/>
            <a:ext cx="10668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51" name="Line 39">
            <a:extLst>
              <a:ext uri="{FF2B5EF4-FFF2-40B4-BE49-F238E27FC236}">
                <a16:creationId xmlns:a16="http://schemas.microsoft.com/office/drawing/2014/main" id="{A27C78F6-5F9C-17C1-4F4D-1A3AC43D43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2057400"/>
            <a:ext cx="6096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52" name="Line 40">
            <a:extLst>
              <a:ext uri="{FF2B5EF4-FFF2-40B4-BE49-F238E27FC236}">
                <a16:creationId xmlns:a16="http://schemas.microsoft.com/office/drawing/2014/main" id="{585BDDBB-2434-8BF1-3786-C87951994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133600"/>
            <a:ext cx="20574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22953" name="Line 41">
            <a:extLst>
              <a:ext uri="{FF2B5EF4-FFF2-40B4-BE49-F238E27FC236}">
                <a16:creationId xmlns:a16="http://schemas.microsoft.com/office/drawing/2014/main" id="{BDD14706-F0DB-927A-68A8-A5361D6B92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1336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019" name="Group 83">
            <a:extLst>
              <a:ext uri="{FF2B5EF4-FFF2-40B4-BE49-F238E27FC236}">
                <a16:creationId xmlns:a16="http://schemas.microsoft.com/office/drawing/2014/main" id="{D39A753F-2D82-92E0-D1FC-3D9B96F1EF1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514600"/>
            <a:ext cx="8801100" cy="685800"/>
            <a:chOff x="96" y="1584"/>
            <a:chExt cx="5544" cy="432"/>
          </a:xfrm>
        </p:grpSpPr>
        <p:sp>
          <p:nvSpPr>
            <p:cNvPr id="424020" name="Rectangle 84">
              <a:extLst>
                <a:ext uri="{FF2B5EF4-FFF2-40B4-BE49-F238E27FC236}">
                  <a16:creationId xmlns:a16="http://schemas.microsoft.com/office/drawing/2014/main" id="{D6D25D6A-EA70-7081-2B95-6756A1299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Onderhoud</a:t>
              </a:r>
            </a:p>
          </p:txBody>
        </p:sp>
        <p:sp>
          <p:nvSpPr>
            <p:cNvPr id="424021" name="Rectangle 85">
              <a:extLst>
                <a:ext uri="{FF2B5EF4-FFF2-40B4-BE49-F238E27FC236}">
                  <a16:creationId xmlns:a16="http://schemas.microsoft.com/office/drawing/2014/main" id="{99952356-E1BB-5305-847A-694E01E7C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Verkoop &amp;</a:t>
              </a:r>
              <a:b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</a:br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Marketing</a:t>
              </a:r>
            </a:p>
          </p:txBody>
        </p:sp>
        <p:sp>
          <p:nvSpPr>
            <p:cNvPr id="424022" name="Rectangle 86">
              <a:extLst>
                <a:ext uri="{FF2B5EF4-FFF2-40B4-BE49-F238E27FC236}">
                  <a16:creationId xmlns:a16="http://schemas.microsoft.com/office/drawing/2014/main" id="{54E3F616-2108-0269-8881-A6CB06A61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Logistiek</a:t>
              </a:r>
              <a:endParaRPr lang="en-US" altLang="nl-NL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4023" name="Rectangle 87">
              <a:extLst>
                <a:ext uri="{FF2B5EF4-FFF2-40B4-BE49-F238E27FC236}">
                  <a16:creationId xmlns:a16="http://schemas.microsoft.com/office/drawing/2014/main" id="{37C835D7-D611-62CD-49B0-77A68CF60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Productie</a:t>
              </a:r>
            </a:p>
          </p:txBody>
        </p:sp>
        <p:sp>
          <p:nvSpPr>
            <p:cNvPr id="424024" name="Rectangle 88">
              <a:extLst>
                <a:ext uri="{FF2B5EF4-FFF2-40B4-BE49-F238E27FC236}">
                  <a16:creationId xmlns:a16="http://schemas.microsoft.com/office/drawing/2014/main" id="{161AEDD2-AF36-5BCD-48C4-3A48A3CAE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Ontwikkeling</a:t>
              </a:r>
            </a:p>
          </p:txBody>
        </p:sp>
      </p:grpSp>
      <p:grpSp>
        <p:nvGrpSpPr>
          <p:cNvPr id="424025" name="Group 89">
            <a:extLst>
              <a:ext uri="{FF2B5EF4-FFF2-40B4-BE49-F238E27FC236}">
                <a16:creationId xmlns:a16="http://schemas.microsoft.com/office/drawing/2014/main" id="{3A03E5FF-D29F-F756-BFFA-14A0D8D9E55D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1524000"/>
            <a:ext cx="6705600" cy="2416175"/>
            <a:chOff x="913" y="960"/>
            <a:chExt cx="4224" cy="1522"/>
          </a:xfrm>
        </p:grpSpPr>
        <p:sp>
          <p:nvSpPr>
            <p:cNvPr id="424026" name="Freeform 90">
              <a:extLst>
                <a:ext uri="{FF2B5EF4-FFF2-40B4-BE49-F238E27FC236}">
                  <a16:creationId xmlns:a16="http://schemas.microsoft.com/office/drawing/2014/main" id="{B3E9AF3E-AC38-1395-C750-1AA96EBDC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27" name="Freeform 91">
              <a:extLst>
                <a:ext uri="{FF2B5EF4-FFF2-40B4-BE49-F238E27FC236}">
                  <a16:creationId xmlns:a16="http://schemas.microsoft.com/office/drawing/2014/main" id="{36B4F6C6-2576-7126-D256-3CEDFACD3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28" name="Freeform 92">
              <a:extLst>
                <a:ext uri="{FF2B5EF4-FFF2-40B4-BE49-F238E27FC236}">
                  <a16:creationId xmlns:a16="http://schemas.microsoft.com/office/drawing/2014/main" id="{A62147AC-A291-87EE-9D24-34C0826DE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29" name="Freeform 93">
              <a:extLst>
                <a:ext uri="{FF2B5EF4-FFF2-40B4-BE49-F238E27FC236}">
                  <a16:creationId xmlns:a16="http://schemas.microsoft.com/office/drawing/2014/main" id="{07B4046B-4B2A-ED70-6574-E2C01C978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30" name="Line 94">
              <a:extLst>
                <a:ext uri="{FF2B5EF4-FFF2-40B4-BE49-F238E27FC236}">
                  <a16:creationId xmlns:a16="http://schemas.microsoft.com/office/drawing/2014/main" id="{C8C44AE1-6A17-687D-B6DC-B5D6D5114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" y="1330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24031" name="Line 95">
              <a:extLst>
                <a:ext uri="{FF2B5EF4-FFF2-40B4-BE49-F238E27FC236}">
                  <a16:creationId xmlns:a16="http://schemas.microsoft.com/office/drawing/2014/main" id="{0AFFF8D7-96E5-DB93-B002-FB78BAA6A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1329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24032" name="Line 96">
              <a:extLst>
                <a:ext uri="{FF2B5EF4-FFF2-40B4-BE49-F238E27FC236}">
                  <a16:creationId xmlns:a16="http://schemas.microsoft.com/office/drawing/2014/main" id="{C5277C5D-527B-57FD-2436-6B4538EAF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1328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24033" name="Line 97">
              <a:extLst>
                <a:ext uri="{FF2B5EF4-FFF2-40B4-BE49-F238E27FC236}">
                  <a16:creationId xmlns:a16="http://schemas.microsoft.com/office/drawing/2014/main" id="{4F7F7C10-D1B7-300A-5840-0CCE20E00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327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874F07EB-C48F-54AD-074A-9DA3E858C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“the cut &amp; paste crisis”</a:t>
            </a:r>
            <a:endParaRPr lang="en-GB" altLang="nl-NL"/>
          </a:p>
        </p:txBody>
      </p:sp>
      <p:grpSp>
        <p:nvGrpSpPr>
          <p:cNvPr id="423954" name="Group 18">
            <a:extLst>
              <a:ext uri="{FF2B5EF4-FFF2-40B4-BE49-F238E27FC236}">
                <a16:creationId xmlns:a16="http://schemas.microsoft.com/office/drawing/2014/main" id="{54C9A95B-A3CD-5CF0-3061-BCFAE3D25341}"/>
              </a:ext>
            </a:extLst>
          </p:cNvPr>
          <p:cNvGrpSpPr>
            <a:grpSpLocks/>
          </p:cNvGrpSpPr>
          <p:nvPr/>
        </p:nvGrpSpPr>
        <p:grpSpPr bwMode="auto">
          <a:xfrm>
            <a:off x="6683375" y="1676400"/>
            <a:ext cx="1427163" cy="3600450"/>
            <a:chOff x="4210" y="1056"/>
            <a:chExt cx="899" cy="2268"/>
          </a:xfrm>
        </p:grpSpPr>
        <p:sp>
          <p:nvSpPr>
            <p:cNvPr id="423955" name="AutoShape 19">
              <a:extLst>
                <a:ext uri="{FF2B5EF4-FFF2-40B4-BE49-F238E27FC236}">
                  <a16:creationId xmlns:a16="http://schemas.microsoft.com/office/drawing/2014/main" id="{AF43CE88-6B41-7C7A-D537-60CFF9EB8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1883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56" name="AutoShape 20">
              <a:extLst>
                <a:ext uri="{FF2B5EF4-FFF2-40B4-BE49-F238E27FC236}">
                  <a16:creationId xmlns:a16="http://schemas.microsoft.com/office/drawing/2014/main" id="{6B00CAC5-72C8-9EDF-B4F8-C8B3EAF90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" y="116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57" name="AutoShape 21">
              <a:extLst>
                <a:ext uri="{FF2B5EF4-FFF2-40B4-BE49-F238E27FC236}">
                  <a16:creationId xmlns:a16="http://schemas.microsoft.com/office/drawing/2014/main" id="{2618609D-0F6D-7065-CE1F-7127A22C2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788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58" name="AutoShape 22">
              <a:extLst>
                <a:ext uri="{FF2B5EF4-FFF2-40B4-BE49-F238E27FC236}">
                  <a16:creationId xmlns:a16="http://schemas.microsoft.com/office/drawing/2014/main" id="{6E11F662-18FE-03B8-F0F5-4B1F87F16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246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59" name="AutoShape 23">
              <a:extLst>
                <a:ext uri="{FF2B5EF4-FFF2-40B4-BE49-F238E27FC236}">
                  <a16:creationId xmlns:a16="http://schemas.microsoft.com/office/drawing/2014/main" id="{CA31E818-AA85-FEE6-B286-12FE447B8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2" y="256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0" name="AutoShape 24">
              <a:extLst>
                <a:ext uri="{FF2B5EF4-FFF2-40B4-BE49-F238E27FC236}">
                  <a16:creationId xmlns:a16="http://schemas.microsoft.com/office/drawing/2014/main" id="{A3F2A8F2-FDC8-E25B-EA13-E649ED075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" y="1424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1" name="AutoShape 25">
              <a:extLst>
                <a:ext uri="{FF2B5EF4-FFF2-40B4-BE49-F238E27FC236}">
                  <a16:creationId xmlns:a16="http://schemas.microsoft.com/office/drawing/2014/main" id="{657018F1-93D4-4B45-89D9-F1D91CF2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302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2" name="AutoShape 26">
              <a:extLst>
                <a:ext uri="{FF2B5EF4-FFF2-40B4-BE49-F238E27FC236}">
                  <a16:creationId xmlns:a16="http://schemas.microsoft.com/office/drawing/2014/main" id="{41BFCAB0-D397-808E-B61E-C8FCB4160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1056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3" name="AutoShape 27">
              <a:extLst>
                <a:ext uri="{FF2B5EF4-FFF2-40B4-BE49-F238E27FC236}">
                  <a16:creationId xmlns:a16="http://schemas.microsoft.com/office/drawing/2014/main" id="{1EBF974F-DD5F-F865-BF4E-E91477E3D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262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4" name="AutoShape 28">
              <a:extLst>
                <a:ext uri="{FF2B5EF4-FFF2-40B4-BE49-F238E27FC236}">
                  <a16:creationId xmlns:a16="http://schemas.microsoft.com/office/drawing/2014/main" id="{7624E531-8C7C-6520-5CA9-6EE647EC5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1239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5" name="AutoShape 29">
              <a:extLst>
                <a:ext uri="{FF2B5EF4-FFF2-40B4-BE49-F238E27FC236}">
                  <a16:creationId xmlns:a16="http://schemas.microsoft.com/office/drawing/2014/main" id="{AF4B1D01-B657-B5A0-35AE-CD5D07551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" y="1376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6" name="AutoShape 30">
              <a:extLst>
                <a:ext uri="{FF2B5EF4-FFF2-40B4-BE49-F238E27FC236}">
                  <a16:creationId xmlns:a16="http://schemas.microsoft.com/office/drawing/2014/main" id="{5AF737F9-7C20-4A27-D722-2BBC1BB2D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" y="1562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7" name="AutoShape 31">
              <a:extLst>
                <a:ext uri="{FF2B5EF4-FFF2-40B4-BE49-F238E27FC236}">
                  <a16:creationId xmlns:a16="http://schemas.microsoft.com/office/drawing/2014/main" id="{A4938DAD-C4A6-3964-B264-88F905434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1131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8" name="AutoShape 32">
              <a:extLst>
                <a:ext uri="{FF2B5EF4-FFF2-40B4-BE49-F238E27FC236}">
                  <a16:creationId xmlns:a16="http://schemas.microsoft.com/office/drawing/2014/main" id="{82A2B24F-3B4E-00EF-B263-3D8F1672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3" y="2807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69" name="AutoShape 33">
              <a:extLst>
                <a:ext uri="{FF2B5EF4-FFF2-40B4-BE49-F238E27FC236}">
                  <a16:creationId xmlns:a16="http://schemas.microsoft.com/office/drawing/2014/main" id="{C4B573D0-BF2E-6D83-9FA1-9396AF7A7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" y="3204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0" name="AutoShape 34">
              <a:extLst>
                <a:ext uri="{FF2B5EF4-FFF2-40B4-BE49-F238E27FC236}">
                  <a16:creationId xmlns:a16="http://schemas.microsoft.com/office/drawing/2014/main" id="{B7F21AD5-D0C9-06C7-6742-23969240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" y="3227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1" name="AutoShape 35">
              <a:extLst>
                <a:ext uri="{FF2B5EF4-FFF2-40B4-BE49-F238E27FC236}">
                  <a16:creationId xmlns:a16="http://schemas.microsoft.com/office/drawing/2014/main" id="{3586F2A1-40B2-3F2C-5873-6AE28BFE8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480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2" name="AutoShape 36">
              <a:extLst>
                <a:ext uri="{FF2B5EF4-FFF2-40B4-BE49-F238E27FC236}">
                  <a16:creationId xmlns:a16="http://schemas.microsoft.com/office/drawing/2014/main" id="{B472B149-570A-1141-A353-D040A458B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454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3" name="AutoShape 37">
              <a:extLst>
                <a:ext uri="{FF2B5EF4-FFF2-40B4-BE49-F238E27FC236}">
                  <a16:creationId xmlns:a16="http://schemas.microsoft.com/office/drawing/2014/main" id="{138E1032-5C1B-5B6B-E38B-E8861FD24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558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23974" name="Group 38">
            <a:extLst>
              <a:ext uri="{FF2B5EF4-FFF2-40B4-BE49-F238E27FC236}">
                <a16:creationId xmlns:a16="http://schemas.microsoft.com/office/drawing/2014/main" id="{6057D17A-1562-D288-8D3B-CFE03C5A3B5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752600"/>
            <a:ext cx="1349375" cy="3700463"/>
            <a:chOff x="3151" y="1106"/>
            <a:chExt cx="850" cy="2331"/>
          </a:xfrm>
        </p:grpSpPr>
        <p:sp>
          <p:nvSpPr>
            <p:cNvPr id="423975" name="Oval 39">
              <a:extLst>
                <a:ext uri="{FF2B5EF4-FFF2-40B4-BE49-F238E27FC236}">
                  <a16:creationId xmlns:a16="http://schemas.microsoft.com/office/drawing/2014/main" id="{3B6CFF2D-7814-190F-413B-CC2AFF31C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3" y="2489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6" name="Oval 40">
              <a:extLst>
                <a:ext uri="{FF2B5EF4-FFF2-40B4-BE49-F238E27FC236}">
                  <a16:creationId xmlns:a16="http://schemas.microsoft.com/office/drawing/2014/main" id="{98168F60-340B-A6F7-5B64-D213E003B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2821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7" name="Oval 41">
              <a:extLst>
                <a:ext uri="{FF2B5EF4-FFF2-40B4-BE49-F238E27FC236}">
                  <a16:creationId xmlns:a16="http://schemas.microsoft.com/office/drawing/2014/main" id="{2EA999EA-8194-69CD-5E27-67D94F9B8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552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8" name="Oval 42">
              <a:extLst>
                <a:ext uri="{FF2B5EF4-FFF2-40B4-BE49-F238E27FC236}">
                  <a16:creationId xmlns:a16="http://schemas.microsoft.com/office/drawing/2014/main" id="{357B4A34-1963-367E-C81C-E5BB523B7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1983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79" name="Oval 43">
              <a:extLst>
                <a:ext uri="{FF2B5EF4-FFF2-40B4-BE49-F238E27FC236}">
                  <a16:creationId xmlns:a16="http://schemas.microsoft.com/office/drawing/2014/main" id="{EC63A1BA-ACAF-DE9D-7BDD-074D54A40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1365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0" name="Oval 44">
              <a:extLst>
                <a:ext uri="{FF2B5EF4-FFF2-40B4-BE49-F238E27FC236}">
                  <a16:creationId xmlns:a16="http://schemas.microsoft.com/office/drawing/2014/main" id="{6A223186-59EB-78E1-4411-067222DC8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95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1" name="Oval 45">
              <a:extLst>
                <a:ext uri="{FF2B5EF4-FFF2-40B4-BE49-F238E27FC236}">
                  <a16:creationId xmlns:a16="http://schemas.microsoft.com/office/drawing/2014/main" id="{4EBA2062-934B-7658-370A-7C8DC9E56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99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2" name="Oval 46">
              <a:extLst>
                <a:ext uri="{FF2B5EF4-FFF2-40B4-BE49-F238E27FC236}">
                  <a16:creationId xmlns:a16="http://schemas.microsoft.com/office/drawing/2014/main" id="{D664AB7E-A691-2E63-A6DA-8D2F452BA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122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3" name="Oval 47">
              <a:extLst>
                <a:ext uri="{FF2B5EF4-FFF2-40B4-BE49-F238E27FC236}">
                  <a16:creationId xmlns:a16="http://schemas.microsoft.com/office/drawing/2014/main" id="{D63289EA-29DC-00AB-C3EC-8D83C17EE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64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4" name="Oval 48">
              <a:extLst>
                <a:ext uri="{FF2B5EF4-FFF2-40B4-BE49-F238E27FC236}">
                  <a16:creationId xmlns:a16="http://schemas.microsoft.com/office/drawing/2014/main" id="{1792FDBB-0BF9-9119-9E76-55902AAFA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1" y="3301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5" name="Oval 49">
              <a:extLst>
                <a:ext uri="{FF2B5EF4-FFF2-40B4-BE49-F238E27FC236}">
                  <a16:creationId xmlns:a16="http://schemas.microsoft.com/office/drawing/2014/main" id="{24484298-310F-E121-3578-573FA1A88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3266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6" name="Oval 50">
              <a:extLst>
                <a:ext uri="{FF2B5EF4-FFF2-40B4-BE49-F238E27FC236}">
                  <a16:creationId xmlns:a16="http://schemas.microsoft.com/office/drawing/2014/main" id="{13975813-32CD-0785-1926-FEE6E2D0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" y="1425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87" name="Oval 51">
              <a:extLst>
                <a:ext uri="{FF2B5EF4-FFF2-40B4-BE49-F238E27FC236}">
                  <a16:creationId xmlns:a16="http://schemas.microsoft.com/office/drawing/2014/main" id="{E6A57C8F-BA4C-EEAC-42B4-A27FD99C2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1106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23988" name="Group 52">
            <a:extLst>
              <a:ext uri="{FF2B5EF4-FFF2-40B4-BE49-F238E27FC236}">
                <a16:creationId xmlns:a16="http://schemas.microsoft.com/office/drawing/2014/main" id="{0CBBA7DF-4A51-2736-D681-FB64F7E5654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762125"/>
            <a:ext cx="1284288" cy="3478213"/>
            <a:chOff x="2016" y="1110"/>
            <a:chExt cx="809" cy="2191"/>
          </a:xfrm>
        </p:grpSpPr>
        <p:sp>
          <p:nvSpPr>
            <p:cNvPr id="423989" name="AutoShape 53">
              <a:extLst>
                <a:ext uri="{FF2B5EF4-FFF2-40B4-BE49-F238E27FC236}">
                  <a16:creationId xmlns:a16="http://schemas.microsoft.com/office/drawing/2014/main" id="{EF945B6C-BEF3-5E7E-DCAD-598DB8CB9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904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0" name="AutoShape 54">
              <a:extLst>
                <a:ext uri="{FF2B5EF4-FFF2-40B4-BE49-F238E27FC236}">
                  <a16:creationId xmlns:a16="http://schemas.microsoft.com/office/drawing/2014/main" id="{2060CBAD-3DC7-5142-2B6C-3EEA814BE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1110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1" name="AutoShape 55">
              <a:extLst>
                <a:ext uri="{FF2B5EF4-FFF2-40B4-BE49-F238E27FC236}">
                  <a16:creationId xmlns:a16="http://schemas.microsoft.com/office/drawing/2014/main" id="{F4E183B9-8B58-410C-1E2F-9C96FEF3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545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2" name="AutoShape 56">
              <a:extLst>
                <a:ext uri="{FF2B5EF4-FFF2-40B4-BE49-F238E27FC236}">
                  <a16:creationId xmlns:a16="http://schemas.microsoft.com/office/drawing/2014/main" id="{1144D816-FD8A-6F57-D846-4CF0BB72F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1263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3" name="AutoShape 57">
              <a:extLst>
                <a:ext uri="{FF2B5EF4-FFF2-40B4-BE49-F238E27FC236}">
                  <a16:creationId xmlns:a16="http://schemas.microsoft.com/office/drawing/2014/main" id="{8FC26A3B-68DC-96AB-F9FB-5764FBA9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488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4" name="AutoShape 58">
              <a:extLst>
                <a:ext uri="{FF2B5EF4-FFF2-40B4-BE49-F238E27FC236}">
                  <a16:creationId xmlns:a16="http://schemas.microsoft.com/office/drawing/2014/main" id="{D0DC9E1F-7627-C37E-938E-D811EE8EF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2" y="1986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5" name="AutoShape 59">
              <a:extLst>
                <a:ext uri="{FF2B5EF4-FFF2-40B4-BE49-F238E27FC236}">
                  <a16:creationId xmlns:a16="http://schemas.microsoft.com/office/drawing/2014/main" id="{CB2E03CB-6A30-FF12-81A7-0F31652B9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" y="2009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6" name="AutoShape 60">
              <a:extLst>
                <a:ext uri="{FF2B5EF4-FFF2-40B4-BE49-F238E27FC236}">
                  <a16:creationId xmlns:a16="http://schemas.microsoft.com/office/drawing/2014/main" id="{47266C7F-3E96-DFAC-9DEA-CE49E2251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222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7" name="AutoShape 61">
              <a:extLst>
                <a:ext uri="{FF2B5EF4-FFF2-40B4-BE49-F238E27FC236}">
                  <a16:creationId xmlns:a16="http://schemas.microsoft.com/office/drawing/2014/main" id="{7CBD526E-76B9-6FA6-7E1E-216A6B4EE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1466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8" name="AutoShape 62">
              <a:extLst>
                <a:ext uri="{FF2B5EF4-FFF2-40B4-BE49-F238E27FC236}">
                  <a16:creationId xmlns:a16="http://schemas.microsoft.com/office/drawing/2014/main" id="{30A4FBB9-0424-DAA3-EE09-05F03C355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794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3999" name="AutoShape 63">
              <a:extLst>
                <a:ext uri="{FF2B5EF4-FFF2-40B4-BE49-F238E27FC236}">
                  <a16:creationId xmlns:a16="http://schemas.microsoft.com/office/drawing/2014/main" id="{DD2A773C-5D84-266C-CA2F-553A7E308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2955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0" name="AutoShape 64">
              <a:extLst>
                <a:ext uri="{FF2B5EF4-FFF2-40B4-BE49-F238E27FC236}">
                  <a16:creationId xmlns:a16="http://schemas.microsoft.com/office/drawing/2014/main" id="{8107B589-56F3-0B3D-AB2D-D12731E5D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181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1" name="AutoShape 65">
              <a:extLst>
                <a:ext uri="{FF2B5EF4-FFF2-40B4-BE49-F238E27FC236}">
                  <a16:creationId xmlns:a16="http://schemas.microsoft.com/office/drawing/2014/main" id="{A880A080-5D9C-67FD-0455-E65184A78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3221"/>
              <a:ext cx="97" cy="80"/>
            </a:xfrm>
            <a:prstGeom prst="diamond">
              <a:avLst/>
            </a:prstGeom>
            <a:solidFill>
              <a:srgbClr val="FC007E"/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2" name="AutoShape 66">
              <a:extLst>
                <a:ext uri="{FF2B5EF4-FFF2-40B4-BE49-F238E27FC236}">
                  <a16:creationId xmlns:a16="http://schemas.microsoft.com/office/drawing/2014/main" id="{5E7978E9-EAED-2E08-A914-07690A044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2250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24003" name="Group 67">
            <a:extLst>
              <a:ext uri="{FF2B5EF4-FFF2-40B4-BE49-F238E27FC236}">
                <a16:creationId xmlns:a16="http://schemas.microsoft.com/office/drawing/2014/main" id="{6BBE1501-9E64-B4E4-59B4-78CDB1B842F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33563"/>
            <a:ext cx="1247775" cy="3511550"/>
            <a:chOff x="912" y="1155"/>
            <a:chExt cx="786" cy="2212"/>
          </a:xfrm>
        </p:grpSpPr>
        <p:sp>
          <p:nvSpPr>
            <p:cNvPr id="424004" name="Rectangle 68">
              <a:extLst>
                <a:ext uri="{FF2B5EF4-FFF2-40B4-BE49-F238E27FC236}">
                  <a16:creationId xmlns:a16="http://schemas.microsoft.com/office/drawing/2014/main" id="{DAAE7E46-A354-396A-BF1D-52AB2313C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" y="2580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5" name="Rectangle 69">
              <a:extLst>
                <a:ext uri="{FF2B5EF4-FFF2-40B4-BE49-F238E27FC236}">
                  <a16:creationId xmlns:a16="http://schemas.microsoft.com/office/drawing/2014/main" id="{B03CD6C4-8B04-4FA1-904F-0C619AF67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838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6" name="Rectangle 70">
              <a:extLst>
                <a:ext uri="{FF2B5EF4-FFF2-40B4-BE49-F238E27FC236}">
                  <a16:creationId xmlns:a16="http://schemas.microsoft.com/office/drawing/2014/main" id="{CCA2542C-D16B-03E9-CB7B-B508799E0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2900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7" name="Rectangle 71">
              <a:extLst>
                <a:ext uri="{FF2B5EF4-FFF2-40B4-BE49-F238E27FC236}">
                  <a16:creationId xmlns:a16="http://schemas.microsoft.com/office/drawing/2014/main" id="{96E2FA30-34E8-A9A3-A13A-36F36DFDC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1902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8" name="Rectangle 72">
              <a:extLst>
                <a:ext uri="{FF2B5EF4-FFF2-40B4-BE49-F238E27FC236}">
                  <a16:creationId xmlns:a16="http://schemas.microsoft.com/office/drawing/2014/main" id="{F7AB3038-037D-1C1C-8B45-F85FD6A55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1155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09" name="Rectangle 73">
              <a:extLst>
                <a:ext uri="{FF2B5EF4-FFF2-40B4-BE49-F238E27FC236}">
                  <a16:creationId xmlns:a16="http://schemas.microsoft.com/office/drawing/2014/main" id="{B474126E-6F8C-1E65-1940-8537FFA33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1474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0" name="Rectangle 74">
              <a:extLst>
                <a:ext uri="{FF2B5EF4-FFF2-40B4-BE49-F238E27FC236}">
                  <a16:creationId xmlns:a16="http://schemas.microsoft.com/office/drawing/2014/main" id="{5FE80DCA-54BD-41BF-99CD-41C2F2B51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1870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1" name="Rectangle 75">
              <a:extLst>
                <a:ext uri="{FF2B5EF4-FFF2-40B4-BE49-F238E27FC236}">
                  <a16:creationId xmlns:a16="http://schemas.microsoft.com/office/drawing/2014/main" id="{4B0633C0-EA6C-C161-047F-8BC3C387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" y="116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2" name="Rectangle 76">
              <a:extLst>
                <a:ext uri="{FF2B5EF4-FFF2-40B4-BE49-F238E27FC236}">
                  <a16:creationId xmlns:a16="http://schemas.microsoft.com/office/drawing/2014/main" id="{4D25825B-9E82-0556-5099-C775AD1AC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18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3" name="Rectangle 77">
              <a:extLst>
                <a:ext uri="{FF2B5EF4-FFF2-40B4-BE49-F238E27FC236}">
                  <a16:creationId xmlns:a16="http://schemas.microsoft.com/office/drawing/2014/main" id="{BA26CBA8-1CDA-EAC4-9214-1335BA9AB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" y="329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4" name="Rectangle 78">
              <a:extLst>
                <a:ext uri="{FF2B5EF4-FFF2-40B4-BE49-F238E27FC236}">
                  <a16:creationId xmlns:a16="http://schemas.microsoft.com/office/drawing/2014/main" id="{7263037D-F54C-E909-B805-5FC692087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262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5" name="Rectangle 79">
              <a:extLst>
                <a:ext uri="{FF2B5EF4-FFF2-40B4-BE49-F238E27FC236}">
                  <a16:creationId xmlns:a16="http://schemas.microsoft.com/office/drawing/2014/main" id="{989CA1D1-68C0-6C59-E722-CDF9F9439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" y="1620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6" name="Rectangle 80">
              <a:extLst>
                <a:ext uri="{FF2B5EF4-FFF2-40B4-BE49-F238E27FC236}">
                  <a16:creationId xmlns:a16="http://schemas.microsoft.com/office/drawing/2014/main" id="{838AD12E-F094-329F-F1A2-DA73840AE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1376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7" name="Rectangle 81">
              <a:extLst>
                <a:ext uri="{FF2B5EF4-FFF2-40B4-BE49-F238E27FC236}">
                  <a16:creationId xmlns:a16="http://schemas.microsoft.com/office/drawing/2014/main" id="{103E5EBB-5BA5-2FF8-90A4-DED6D2F93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2279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24018" name="Rectangle 82">
              <a:extLst>
                <a:ext uri="{FF2B5EF4-FFF2-40B4-BE49-F238E27FC236}">
                  <a16:creationId xmlns:a16="http://schemas.microsoft.com/office/drawing/2014/main" id="{D2DEC8E7-7F1F-A3B9-3C63-98603305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" y="2634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8A13997E-CDAD-C7FB-FFA2-446729525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Zoeken of vinden ?</a:t>
            </a:r>
            <a:endParaRPr lang="en-GB" altLang="nl-NL"/>
          </a:p>
        </p:txBody>
      </p:sp>
      <p:grpSp>
        <p:nvGrpSpPr>
          <p:cNvPr id="424963" name="Group 3">
            <a:extLst>
              <a:ext uri="{FF2B5EF4-FFF2-40B4-BE49-F238E27FC236}">
                <a16:creationId xmlns:a16="http://schemas.microsoft.com/office/drawing/2014/main" id="{47E17148-13FA-4B66-C2F0-6658955515CE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146300"/>
            <a:ext cx="3524250" cy="3657600"/>
            <a:chOff x="96" y="1392"/>
            <a:chExt cx="1980" cy="2064"/>
          </a:xfrm>
        </p:grpSpPr>
        <p:pic>
          <p:nvPicPr>
            <p:cNvPr id="424964" name="Picture 4">
              <a:extLst>
                <a:ext uri="{FF2B5EF4-FFF2-40B4-BE49-F238E27FC236}">
                  <a16:creationId xmlns:a16="http://schemas.microsoft.com/office/drawing/2014/main" id="{69C455D8-A6F5-2F0D-DC27-0DBD17FA5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440"/>
              <a:ext cx="1836" cy="1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4965" name="Freeform 5">
              <a:extLst>
                <a:ext uri="{FF2B5EF4-FFF2-40B4-BE49-F238E27FC236}">
                  <a16:creationId xmlns:a16="http://schemas.microsoft.com/office/drawing/2014/main" id="{BA858CED-B305-1791-0F42-1D0417770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1392"/>
              <a:ext cx="1968" cy="2064"/>
            </a:xfrm>
            <a:custGeom>
              <a:avLst/>
              <a:gdLst>
                <a:gd name="T0" fmla="*/ 1248 w 1968"/>
                <a:gd name="T1" fmla="*/ 2016 h 2064"/>
                <a:gd name="T2" fmla="*/ 1968 w 1968"/>
                <a:gd name="T3" fmla="*/ 1296 h 2064"/>
                <a:gd name="T4" fmla="*/ 1968 w 1968"/>
                <a:gd name="T5" fmla="*/ 0 h 2064"/>
                <a:gd name="T6" fmla="*/ 0 w 1968"/>
                <a:gd name="T7" fmla="*/ 0 h 2064"/>
                <a:gd name="T8" fmla="*/ 0 w 1968"/>
                <a:gd name="T9" fmla="*/ 2064 h 2064"/>
                <a:gd name="T10" fmla="*/ 1200 w 1968"/>
                <a:gd name="T11" fmla="*/ 2064 h 2064"/>
                <a:gd name="T12" fmla="*/ 1248 w 1968"/>
                <a:gd name="T13" fmla="*/ 2016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8" h="2064">
                  <a:moveTo>
                    <a:pt x="1248" y="2016"/>
                  </a:moveTo>
                  <a:lnTo>
                    <a:pt x="1968" y="1296"/>
                  </a:lnTo>
                  <a:lnTo>
                    <a:pt x="1968" y="0"/>
                  </a:lnTo>
                  <a:lnTo>
                    <a:pt x="0" y="0"/>
                  </a:lnTo>
                  <a:lnTo>
                    <a:pt x="0" y="2064"/>
                  </a:lnTo>
                  <a:lnTo>
                    <a:pt x="1200" y="2064"/>
                  </a:lnTo>
                  <a:lnTo>
                    <a:pt x="1248" y="2016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pic>
        <p:nvPicPr>
          <p:cNvPr id="424966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BA60DBE4-D5DA-5BAE-D764-CA8FE585D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16573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967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CB41D1BE-2382-22D4-AA96-B4A56FFE9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76600"/>
            <a:ext cx="9715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968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E3FCF15D-32D7-9728-4225-8B5E50EB5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76400"/>
            <a:ext cx="1592263" cy="60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969" name="Picture 9">
            <a:hlinkClick r:id="rId9" action="ppaction://hlinksldjump"/>
            <a:extLst>
              <a:ext uri="{FF2B5EF4-FFF2-40B4-BE49-F238E27FC236}">
                <a16:creationId xmlns:a16="http://schemas.microsoft.com/office/drawing/2014/main" id="{DB639C60-CE08-42B3-448F-90164221F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2646363" cy="81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970" name="Picture 10">
            <a:hlinkClick r:id="rId11" action="ppaction://hlinksldjump"/>
            <a:extLst>
              <a:ext uri="{FF2B5EF4-FFF2-40B4-BE49-F238E27FC236}">
                <a16:creationId xmlns:a16="http://schemas.microsoft.com/office/drawing/2014/main" id="{5853876F-1B9E-DCD5-967D-BE7331FA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86000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971" name="Picture 11">
            <a:hlinkClick r:id="rId13" action="ppaction://hlinksldjump"/>
            <a:extLst>
              <a:ext uri="{FF2B5EF4-FFF2-40B4-BE49-F238E27FC236}">
                <a16:creationId xmlns:a16="http://schemas.microsoft.com/office/drawing/2014/main" id="{8506F4F1-0E06-6E52-4070-33E772A8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19600"/>
            <a:ext cx="16764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4972" name="Rectangle 12">
            <a:hlinkClick r:id="rId15" action="ppaction://hlinksldjump"/>
            <a:extLst>
              <a:ext uri="{FF2B5EF4-FFF2-40B4-BE49-F238E27FC236}">
                <a16:creationId xmlns:a16="http://schemas.microsoft.com/office/drawing/2014/main" id="{4D173BBF-55DF-99E4-7256-F003265F7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953000"/>
            <a:ext cx="99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984A6205-A5E7-F098-AF97-40435E9E7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eCommunities realiseren</a:t>
            </a:r>
            <a:endParaRPr lang="en-GB" altLang="nl-NL"/>
          </a:p>
        </p:txBody>
      </p:sp>
      <p:pic>
        <p:nvPicPr>
          <p:cNvPr id="425987" name="Picture 3">
            <a:extLst>
              <a:ext uri="{FF2B5EF4-FFF2-40B4-BE49-F238E27FC236}">
                <a16:creationId xmlns:a16="http://schemas.microsoft.com/office/drawing/2014/main" id="{958387AF-BF63-D583-54CA-0886C5E8B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2366963"/>
            <a:ext cx="3154363" cy="209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88" name="Picture 4">
            <a:extLst>
              <a:ext uri="{FF2B5EF4-FFF2-40B4-BE49-F238E27FC236}">
                <a16:creationId xmlns:a16="http://schemas.microsoft.com/office/drawing/2014/main" id="{9FB5CB71-2082-164D-824F-EBED63BA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2811463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5989" name="Picture 5">
            <a:extLst>
              <a:ext uri="{FF2B5EF4-FFF2-40B4-BE49-F238E27FC236}">
                <a16:creationId xmlns:a16="http://schemas.microsoft.com/office/drawing/2014/main" id="{BA2C3C51-7F5E-F7A5-B78D-4FED113E9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1287463"/>
            <a:ext cx="2332037" cy="155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90" name="Picture 6">
            <a:extLst>
              <a:ext uri="{FF2B5EF4-FFF2-40B4-BE49-F238E27FC236}">
                <a16:creationId xmlns:a16="http://schemas.microsoft.com/office/drawing/2014/main" id="{32FDF186-816D-F203-BCCA-CFF65D919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663" y="3960813"/>
            <a:ext cx="2606675" cy="173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91" name="Picture 7">
            <a:extLst>
              <a:ext uri="{FF2B5EF4-FFF2-40B4-BE49-F238E27FC236}">
                <a16:creationId xmlns:a16="http://schemas.microsoft.com/office/drawing/2014/main" id="{ADA59F7A-2D27-D355-9F0F-86C230556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3824288"/>
            <a:ext cx="2813050" cy="188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92" name="Picture 8">
            <a:extLst>
              <a:ext uri="{FF2B5EF4-FFF2-40B4-BE49-F238E27FC236}">
                <a16:creationId xmlns:a16="http://schemas.microsoft.com/office/drawing/2014/main" id="{1D31BC06-3965-4ED5-94DB-89BA97E7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4098925"/>
            <a:ext cx="582613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93" name="Picture 9">
            <a:extLst>
              <a:ext uri="{FF2B5EF4-FFF2-40B4-BE49-F238E27FC236}">
                <a16:creationId xmlns:a16="http://schemas.microsoft.com/office/drawing/2014/main" id="{91FE10FE-1779-4112-E5EA-231013D4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287463"/>
            <a:ext cx="1243013" cy="131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994" name="Picture 10">
            <a:extLst>
              <a:ext uri="{FF2B5EF4-FFF2-40B4-BE49-F238E27FC236}">
                <a16:creationId xmlns:a16="http://schemas.microsoft.com/office/drawing/2014/main" id="{3152A47B-D124-4827-DA46-ACA6F0A7F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3001963"/>
            <a:ext cx="163671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5995" name="Text Box 11">
            <a:extLst>
              <a:ext uri="{FF2B5EF4-FFF2-40B4-BE49-F238E27FC236}">
                <a16:creationId xmlns:a16="http://schemas.microsoft.com/office/drawing/2014/main" id="{E26DBDF6-BFBE-04DD-2AED-C8AF48CDD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3189288"/>
            <a:ext cx="2262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nl-NL" i="1">
                <a:latin typeface="Comic Sans MS" panose="030F0702030302020204" pitchFamily="66" charset="0"/>
              </a:rPr>
              <a:t>eCommunity?</a:t>
            </a:r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45BD804C-BDEE-5378-EDF1-6CD2C4C13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Vinden!</a:t>
            </a:r>
            <a:endParaRPr lang="en-GB" altLang="nl-NL"/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10DD8E2B-4C8D-9936-AA6E-CC3FE6B78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620000" cy="5029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grpSp>
        <p:nvGrpSpPr>
          <p:cNvPr id="427012" name="Group 4">
            <a:extLst>
              <a:ext uri="{FF2B5EF4-FFF2-40B4-BE49-F238E27FC236}">
                <a16:creationId xmlns:a16="http://schemas.microsoft.com/office/drawing/2014/main" id="{749BA9D2-5045-93B4-AA36-0EE0577F3C1E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146300"/>
            <a:ext cx="3524250" cy="3657600"/>
            <a:chOff x="96" y="1392"/>
            <a:chExt cx="1980" cy="2064"/>
          </a:xfrm>
        </p:grpSpPr>
        <p:pic>
          <p:nvPicPr>
            <p:cNvPr id="427013" name="Picture 5">
              <a:extLst>
                <a:ext uri="{FF2B5EF4-FFF2-40B4-BE49-F238E27FC236}">
                  <a16:creationId xmlns:a16="http://schemas.microsoft.com/office/drawing/2014/main" id="{99F3D5C8-F5F7-24AB-F2F9-130AC12CE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440"/>
              <a:ext cx="1836" cy="1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014" name="Freeform 6">
              <a:extLst>
                <a:ext uri="{FF2B5EF4-FFF2-40B4-BE49-F238E27FC236}">
                  <a16:creationId xmlns:a16="http://schemas.microsoft.com/office/drawing/2014/main" id="{F822DCC0-3A56-E01B-67C3-D12230158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1392"/>
              <a:ext cx="1968" cy="2064"/>
            </a:xfrm>
            <a:custGeom>
              <a:avLst/>
              <a:gdLst>
                <a:gd name="T0" fmla="*/ 1248 w 1968"/>
                <a:gd name="T1" fmla="*/ 2016 h 2064"/>
                <a:gd name="T2" fmla="*/ 1968 w 1968"/>
                <a:gd name="T3" fmla="*/ 1296 h 2064"/>
                <a:gd name="T4" fmla="*/ 1968 w 1968"/>
                <a:gd name="T5" fmla="*/ 0 h 2064"/>
                <a:gd name="T6" fmla="*/ 0 w 1968"/>
                <a:gd name="T7" fmla="*/ 0 h 2064"/>
                <a:gd name="T8" fmla="*/ 0 w 1968"/>
                <a:gd name="T9" fmla="*/ 2064 h 2064"/>
                <a:gd name="T10" fmla="*/ 1200 w 1968"/>
                <a:gd name="T11" fmla="*/ 2064 h 2064"/>
                <a:gd name="T12" fmla="*/ 1248 w 1968"/>
                <a:gd name="T13" fmla="*/ 2016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8" h="2064">
                  <a:moveTo>
                    <a:pt x="1248" y="2016"/>
                  </a:moveTo>
                  <a:lnTo>
                    <a:pt x="1968" y="1296"/>
                  </a:lnTo>
                  <a:lnTo>
                    <a:pt x="1968" y="0"/>
                  </a:lnTo>
                  <a:lnTo>
                    <a:pt x="0" y="0"/>
                  </a:lnTo>
                  <a:lnTo>
                    <a:pt x="0" y="2064"/>
                  </a:lnTo>
                  <a:lnTo>
                    <a:pt x="1200" y="2064"/>
                  </a:lnTo>
                  <a:lnTo>
                    <a:pt x="1248" y="2016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pic>
        <p:nvPicPr>
          <p:cNvPr id="427015" name="Picture 7">
            <a:hlinkClick r:id="rId3" action="ppaction://hlinksldjump"/>
            <a:extLst>
              <a:ext uri="{FF2B5EF4-FFF2-40B4-BE49-F238E27FC236}">
                <a16:creationId xmlns:a16="http://schemas.microsoft.com/office/drawing/2014/main" id="{A88CF665-84D1-0F16-ADF0-807ABEAE3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16573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016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BC5B4AA8-233D-686F-2482-BEDEB9BB5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76600"/>
            <a:ext cx="9715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017" name="Picture 9">
            <a:hlinkClick r:id="rId7" action="ppaction://hlinksldjump"/>
            <a:extLst>
              <a:ext uri="{FF2B5EF4-FFF2-40B4-BE49-F238E27FC236}">
                <a16:creationId xmlns:a16="http://schemas.microsoft.com/office/drawing/2014/main" id="{671A39BD-7105-2260-2C02-AC90B350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76400"/>
            <a:ext cx="1592263" cy="60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018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55D2352B-230D-16D2-C30B-ED25958FA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2646363" cy="81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019" name="Picture 11">
            <a:hlinkClick r:id="rId11" action="ppaction://hlinksldjump"/>
            <a:extLst>
              <a:ext uri="{FF2B5EF4-FFF2-40B4-BE49-F238E27FC236}">
                <a16:creationId xmlns:a16="http://schemas.microsoft.com/office/drawing/2014/main" id="{B3D89D3F-CC5C-765C-F3B2-F45CBF8F0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86000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020" name="Picture 12">
            <a:hlinkClick r:id="rId13" action="ppaction://hlinksldjump"/>
            <a:extLst>
              <a:ext uri="{FF2B5EF4-FFF2-40B4-BE49-F238E27FC236}">
                <a16:creationId xmlns:a16="http://schemas.microsoft.com/office/drawing/2014/main" id="{59E97708-D764-5D90-093F-8EBD5CC92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19600"/>
            <a:ext cx="16764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7021" name="Rectangle 13">
            <a:hlinkClick r:id="rId15" action="ppaction://hlinksldjump"/>
            <a:extLst>
              <a:ext uri="{FF2B5EF4-FFF2-40B4-BE49-F238E27FC236}">
                <a16:creationId xmlns:a16="http://schemas.microsoft.com/office/drawing/2014/main" id="{3BA9C189-5AF8-A306-7BD8-3638B7E41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953000"/>
            <a:ext cx="99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60C0D82E-449F-1CB4-5BCE-142E712E7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59DF0637-E081-7249-DBBE-A517AB74D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620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428036" name="Picture 4">
            <a:extLst>
              <a:ext uri="{FF2B5EF4-FFF2-40B4-BE49-F238E27FC236}">
                <a16:creationId xmlns:a16="http://schemas.microsoft.com/office/drawing/2014/main" id="{4ACE049B-3228-4197-5687-6C7F9490D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4343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8037" name="Text Box 5">
            <a:extLst>
              <a:ext uri="{FF2B5EF4-FFF2-40B4-BE49-F238E27FC236}">
                <a16:creationId xmlns:a16="http://schemas.microsoft.com/office/drawing/2014/main" id="{FEC89F28-EFF2-3916-48DB-7FBEBEEA6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context=“Geology” subject=“Apex”&gt;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advClick="0" advTm="1000"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40E9452E-D731-18F8-9F98-2EF5A6F1E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pic>
        <p:nvPicPr>
          <p:cNvPr id="429059" name="Picture 3">
            <a:extLst>
              <a:ext uri="{FF2B5EF4-FFF2-40B4-BE49-F238E27FC236}">
                <a16:creationId xmlns:a16="http://schemas.microsoft.com/office/drawing/2014/main" id="{7E49A337-80AA-A867-899A-E2F42DBB7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133600"/>
            <a:ext cx="2963863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9060" name="Text Box 4">
            <a:extLst>
              <a:ext uri="{FF2B5EF4-FFF2-40B4-BE49-F238E27FC236}">
                <a16:creationId xmlns:a16="http://schemas.microsoft.com/office/drawing/2014/main" id="{B45B12A8-EB70-CA99-1FE4-7E28F3DBC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context=“Industry” subject=“Company”&gt;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advClick="0" advTm="1000">
    <p:dissolv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050">
            <a:extLst>
              <a:ext uri="{FF2B5EF4-FFF2-40B4-BE49-F238E27FC236}">
                <a16:creationId xmlns:a16="http://schemas.microsoft.com/office/drawing/2014/main" id="{63ECF128-D25F-CA36-771C-915DB74D1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pic>
        <p:nvPicPr>
          <p:cNvPr id="430083" name="Picture 2051">
            <a:extLst>
              <a:ext uri="{FF2B5EF4-FFF2-40B4-BE49-F238E27FC236}">
                <a16:creationId xmlns:a16="http://schemas.microsoft.com/office/drawing/2014/main" id="{92391AFE-EB54-9B76-89B9-AEDD10820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13360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084" name="Text Box 2052">
            <a:extLst>
              <a:ext uri="{FF2B5EF4-FFF2-40B4-BE49-F238E27FC236}">
                <a16:creationId xmlns:a16="http://schemas.microsoft.com/office/drawing/2014/main" id="{343C61A6-82E2-DFE7-AF87-9606F8D6A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context=“Math” subject=“Object”&gt;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advClick="0" advTm="1000">
    <p:dissolv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>
            <a:extLst>
              <a:ext uri="{FF2B5EF4-FFF2-40B4-BE49-F238E27FC236}">
                <a16:creationId xmlns:a16="http://schemas.microsoft.com/office/drawing/2014/main" id="{AA3D7207-4920-E15C-3A6B-D5AD1950C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pic>
        <p:nvPicPr>
          <p:cNvPr id="431107" name="Picture 3">
            <a:extLst>
              <a:ext uri="{FF2B5EF4-FFF2-40B4-BE49-F238E27FC236}">
                <a16:creationId xmlns:a16="http://schemas.microsoft.com/office/drawing/2014/main" id="{47CF2B14-2B1E-5455-7CA6-397AAF142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057400"/>
            <a:ext cx="245745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1108" name="Text Box 4">
            <a:extLst>
              <a:ext uri="{FF2B5EF4-FFF2-40B4-BE49-F238E27FC236}">
                <a16:creationId xmlns:a16="http://schemas.microsoft.com/office/drawing/2014/main" id="{D1DF2653-0473-CE47-072E-112949707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context=“Food” subject=“Ice cream”&gt;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advClick="0" advTm="1000">
    <p:dissolv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4DD3CF10-D8C7-4F21-9DDD-3A0F7A1A4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sp>
        <p:nvSpPr>
          <p:cNvPr id="432131" name="Text Box 3">
            <a:extLst>
              <a:ext uri="{FF2B5EF4-FFF2-40B4-BE49-F238E27FC236}">
                <a16:creationId xmlns:a16="http://schemas.microsoft.com/office/drawing/2014/main" id="{A1CB4D3E-727A-DDD5-8AE0-E93431731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context=“Aerospace” subject=“Nose”&gt;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32132" name="Picture 4">
            <a:extLst>
              <a:ext uri="{FF2B5EF4-FFF2-40B4-BE49-F238E27FC236}">
                <a16:creationId xmlns:a16="http://schemas.microsoft.com/office/drawing/2014/main" id="{AD4EDFE8-7CF8-F1E3-DAF1-3CF23EC8F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97150"/>
            <a:ext cx="6400800" cy="197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 advTm="1000">
    <p:dissolv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>
            <a:extLst>
              <a:ext uri="{FF2B5EF4-FFF2-40B4-BE49-F238E27FC236}">
                <a16:creationId xmlns:a16="http://schemas.microsoft.com/office/drawing/2014/main" id="{D5675C23-C483-2979-B58E-5B3409248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graphicFrame>
        <p:nvGraphicFramePr>
          <p:cNvPr id="433155" name="Object 3">
            <a:extLst>
              <a:ext uri="{FF2B5EF4-FFF2-40B4-BE49-F238E27FC236}">
                <a16:creationId xmlns:a16="http://schemas.microsoft.com/office/drawing/2014/main" id="{CFD74385-D176-AD4E-6E47-91B832CFA4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648200"/>
          <a:ext cx="18478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7" r:id="rId2" imgW="1847619" imgH="1009524" progId="CorelPhotoPaint.Image.7">
                  <p:embed/>
                </p:oleObj>
              </mc:Choice>
              <mc:Fallback>
                <p:oleObj name="CorelPhotoPaint.Image.7" r:id="rId2" imgW="1847619" imgH="1009524" progId="CorelPhotoPaint.Image.7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648200"/>
                        <a:ext cx="18478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F811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56" name="Text Box 4">
            <a:extLst>
              <a:ext uri="{FF2B5EF4-FFF2-40B4-BE49-F238E27FC236}">
                <a16:creationId xmlns:a16="http://schemas.microsoft.com/office/drawing/2014/main" id="{E8F8CEF5-D605-4F56-7808-01AF1B25A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context=“Flora” subject=“Pineapple”&gt;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advClick="0" advTm="1000">
    <p:dissolv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EB6B5A10-A304-4F35-8441-BFC539FDE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Uniforme Interpretatie van inhoud</a:t>
            </a:r>
            <a:endParaRPr lang="en-GB" altLang="nl-NL"/>
          </a:p>
        </p:txBody>
      </p:sp>
      <p:pic>
        <p:nvPicPr>
          <p:cNvPr id="434179" name="Picture 3">
            <a:extLst>
              <a:ext uri="{FF2B5EF4-FFF2-40B4-BE49-F238E27FC236}">
                <a16:creationId xmlns:a16="http://schemas.microsoft.com/office/drawing/2014/main" id="{69D61478-2861-09CF-8A88-D7528D80B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5450"/>
            <a:ext cx="59436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4181" name="Text Box 5">
            <a:extLst>
              <a:ext uri="{FF2B5EF4-FFF2-40B4-BE49-F238E27FC236}">
                <a16:creationId xmlns:a16="http://schemas.microsoft.com/office/drawing/2014/main" id="{1FF1DB62-D58D-99EC-1DD3-2DF7F847F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context=“Marine” subject=“Killer Snail”&gt;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>
    <p:dissolv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>
            <a:extLst>
              <a:ext uri="{FF2B5EF4-FFF2-40B4-BE49-F238E27FC236}">
                <a16:creationId xmlns:a16="http://schemas.microsoft.com/office/drawing/2014/main" id="{177224E1-F143-164E-0EA3-32B63D512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Gerichter zoeken</a:t>
            </a:r>
            <a:endParaRPr lang="en-GB" altLang="nl-NL"/>
          </a:p>
        </p:txBody>
      </p:sp>
      <p:sp>
        <p:nvSpPr>
          <p:cNvPr id="435203" name="Text Box 3">
            <a:extLst>
              <a:ext uri="{FF2B5EF4-FFF2-40B4-BE49-F238E27FC236}">
                <a16:creationId xmlns:a16="http://schemas.microsoft.com/office/drawing/2014/main" id="{26787A94-E376-B636-F700-F16972797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8392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2F9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context=“Geology” subject=“Apex”&gt;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context=“Industry” subject=“Company”&gt;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context=“Math” subject=“Object”&gt;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context=“Food” subject=“Ice cream”&gt;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context=“Aerospace” subject=“Nose”&gt;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 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context=“Flora” subject=“Pineapple”&gt;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 </a:t>
            </a:r>
          </a:p>
          <a:p>
            <a:pPr algn="l">
              <a:spcBef>
                <a:spcPct val="50000"/>
              </a:spcBef>
            </a:pP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&lt;Name context=“Marine” subject=“Killer Snail”&gt;</a:t>
            </a:r>
            <a:r>
              <a:rPr lang="en-US" altLang="nl-NL">
                <a:latin typeface="Arial" panose="020B0604020202020204" pitchFamily="34" charset="0"/>
              </a:rPr>
              <a:t>CONE</a:t>
            </a:r>
            <a:r>
              <a:rPr lang="en-US" altLang="nl-NL">
                <a:solidFill>
                  <a:srgbClr val="FF9900"/>
                </a:solidFill>
                <a:latin typeface="Arial" panose="020B0604020202020204" pitchFamily="34" charset="0"/>
              </a:rPr>
              <a:t>&lt;/Name&gt;</a:t>
            </a:r>
            <a:r>
              <a:rPr lang="en-US" altLang="nl-NL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>
    <p:dissolv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>
            <a:extLst>
              <a:ext uri="{FF2B5EF4-FFF2-40B4-BE49-F238E27FC236}">
                <a16:creationId xmlns:a16="http://schemas.microsoft.com/office/drawing/2014/main" id="{13E464DC-507C-2A2A-44F1-8BD27C61C5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N*M spaghetti architectuur</a:t>
            </a:r>
            <a:endParaRPr lang="en-GB" altLang="nl-NL"/>
          </a:p>
        </p:txBody>
      </p:sp>
      <p:sp>
        <p:nvSpPr>
          <p:cNvPr id="436227" name="AutoShape 3">
            <a:extLst>
              <a:ext uri="{FF2B5EF4-FFF2-40B4-BE49-F238E27FC236}">
                <a16:creationId xmlns:a16="http://schemas.microsoft.com/office/drawing/2014/main" id="{EFBBD7E6-2B11-5013-D19E-67B18CFB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572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28" name="AutoShape 4">
            <a:extLst>
              <a:ext uri="{FF2B5EF4-FFF2-40B4-BE49-F238E27FC236}">
                <a16:creationId xmlns:a16="http://schemas.microsoft.com/office/drawing/2014/main" id="{A5E2DA10-11AC-C6E2-58CA-7CA2D5DB6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00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29" name="AutoShape 5">
            <a:extLst>
              <a:ext uri="{FF2B5EF4-FFF2-40B4-BE49-F238E27FC236}">
                <a16:creationId xmlns:a16="http://schemas.microsoft.com/office/drawing/2014/main" id="{2F3ACB73-A7E4-5A09-89CE-E3BDFB15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029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0" name="AutoShape 6">
            <a:extLst>
              <a:ext uri="{FF2B5EF4-FFF2-40B4-BE49-F238E27FC236}">
                <a16:creationId xmlns:a16="http://schemas.microsoft.com/office/drawing/2014/main" id="{C0CE80A5-76D0-149A-EC7B-6F9DEDC29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1" name="AutoShape 7">
            <a:extLst>
              <a:ext uri="{FF2B5EF4-FFF2-40B4-BE49-F238E27FC236}">
                <a16:creationId xmlns:a16="http://schemas.microsoft.com/office/drawing/2014/main" id="{74A900DC-48FE-3345-C317-34425128F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2" name="AutoShape 8">
            <a:extLst>
              <a:ext uri="{FF2B5EF4-FFF2-40B4-BE49-F238E27FC236}">
                <a16:creationId xmlns:a16="http://schemas.microsoft.com/office/drawing/2014/main" id="{1459A6C8-C7C4-5B1B-8B75-C121804EA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19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3" name="AutoShape 9">
            <a:extLst>
              <a:ext uri="{FF2B5EF4-FFF2-40B4-BE49-F238E27FC236}">
                <a16:creationId xmlns:a16="http://schemas.microsoft.com/office/drawing/2014/main" id="{597A9558-C4F9-4CB9-3460-2D65F1DAB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6482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4" name="AutoShape 10">
            <a:extLst>
              <a:ext uri="{FF2B5EF4-FFF2-40B4-BE49-F238E27FC236}">
                <a16:creationId xmlns:a16="http://schemas.microsoft.com/office/drawing/2014/main" id="{09075A88-A37D-FB3A-1C9E-EE4B5BE3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9530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436235" name="AutoShape 11">
            <a:extLst>
              <a:ext uri="{FF2B5EF4-FFF2-40B4-BE49-F238E27FC236}">
                <a16:creationId xmlns:a16="http://schemas.microsoft.com/office/drawing/2014/main" id="{91471D9D-326A-072E-CA28-3497E514D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85800" cy="6096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pic>
        <p:nvPicPr>
          <p:cNvPr id="436236" name="Picture 12">
            <a:extLst>
              <a:ext uri="{FF2B5EF4-FFF2-40B4-BE49-F238E27FC236}">
                <a16:creationId xmlns:a16="http://schemas.microsoft.com/office/drawing/2014/main" id="{190C22CC-A4E5-DCE3-900F-56025930F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95375"/>
            <a:ext cx="12954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6237" name="Picture 13">
            <a:extLst>
              <a:ext uri="{FF2B5EF4-FFF2-40B4-BE49-F238E27FC236}">
                <a16:creationId xmlns:a16="http://schemas.microsoft.com/office/drawing/2014/main" id="{2F7CACDE-0D36-4B3E-3AA1-CD43717F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1263"/>
            <a:ext cx="1219200" cy="9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6238" name="Picture 14">
            <a:extLst>
              <a:ext uri="{FF2B5EF4-FFF2-40B4-BE49-F238E27FC236}">
                <a16:creationId xmlns:a16="http://schemas.microsoft.com/office/drawing/2014/main" id="{CAFE3555-337F-CDD4-D95C-94528EAFE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447800"/>
            <a:ext cx="8477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36239" name="Object 15">
            <a:extLst>
              <a:ext uri="{FF2B5EF4-FFF2-40B4-BE49-F238E27FC236}">
                <a16:creationId xmlns:a16="http://schemas.microsoft.com/office/drawing/2014/main" id="{E4887FFA-B3A2-997E-9C7C-D079756D3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79538"/>
          <a:ext cx="806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520280" imgH="1697760" progId="MS_ClipArt_Gallery.5">
                  <p:embed/>
                </p:oleObj>
              </mc:Choice>
              <mc:Fallback>
                <p:oleObj name="Clip" r:id="rId5" imgW="1520280" imgH="1697760" progId="MS_ClipArt_Gallery.5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79538"/>
                        <a:ext cx="806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40" name="AutoShape 16">
            <a:extLst>
              <a:ext uri="{FF2B5EF4-FFF2-40B4-BE49-F238E27FC236}">
                <a16:creationId xmlns:a16="http://schemas.microsoft.com/office/drawing/2014/main" id="{D2EE97F2-8B36-827D-D5D3-58CFB9AA3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62100"/>
            <a:ext cx="698500" cy="5715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9933">
                  <a:gamma/>
                  <a:shade val="46275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nl-NL"/>
          </a:p>
        </p:txBody>
      </p:sp>
      <p:pic>
        <p:nvPicPr>
          <p:cNvPr id="436241" name="Picture 17">
            <a:extLst>
              <a:ext uri="{FF2B5EF4-FFF2-40B4-BE49-F238E27FC236}">
                <a16:creationId xmlns:a16="http://schemas.microsoft.com/office/drawing/2014/main" id="{F75D4B25-D33E-C047-E700-2ED9BAB1A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1181100"/>
            <a:ext cx="40957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6242" name="Line 18">
            <a:extLst>
              <a:ext uri="{FF2B5EF4-FFF2-40B4-BE49-F238E27FC236}">
                <a16:creationId xmlns:a16="http://schemas.microsoft.com/office/drawing/2014/main" id="{DBCBE084-382B-F2EC-25DA-D42DB556D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3" name="Line 19">
            <a:extLst>
              <a:ext uri="{FF2B5EF4-FFF2-40B4-BE49-F238E27FC236}">
                <a16:creationId xmlns:a16="http://schemas.microsoft.com/office/drawing/2014/main" id="{E1512B9A-A156-67CB-0BC5-B594E8CE9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057400"/>
            <a:ext cx="34290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4" name="Line 20">
            <a:extLst>
              <a:ext uri="{FF2B5EF4-FFF2-40B4-BE49-F238E27FC236}">
                <a16:creationId xmlns:a16="http://schemas.microsoft.com/office/drawing/2014/main" id="{BAF18431-B620-D798-37E9-61CD69025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057400"/>
            <a:ext cx="5334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5" name="Line 21">
            <a:extLst>
              <a:ext uri="{FF2B5EF4-FFF2-40B4-BE49-F238E27FC236}">
                <a16:creationId xmlns:a16="http://schemas.microsoft.com/office/drawing/2014/main" id="{C7998686-7FB2-EA93-10BC-5F501795D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057400"/>
            <a:ext cx="8382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6" name="Line 22">
            <a:extLst>
              <a:ext uri="{FF2B5EF4-FFF2-40B4-BE49-F238E27FC236}">
                <a16:creationId xmlns:a16="http://schemas.microsoft.com/office/drawing/2014/main" id="{AB4D7628-850B-BA24-1DCC-0C8CD773C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057400"/>
            <a:ext cx="281940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7" name="Line 23">
            <a:extLst>
              <a:ext uri="{FF2B5EF4-FFF2-40B4-BE49-F238E27FC236}">
                <a16:creationId xmlns:a16="http://schemas.microsoft.com/office/drawing/2014/main" id="{94960362-9DCE-0F46-9EA7-66A31F2E60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057400"/>
            <a:ext cx="762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8" name="Line 24">
            <a:extLst>
              <a:ext uri="{FF2B5EF4-FFF2-40B4-BE49-F238E27FC236}">
                <a16:creationId xmlns:a16="http://schemas.microsoft.com/office/drawing/2014/main" id="{E61C90CE-EFF9-696D-66B5-4A13FADC9C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057400"/>
            <a:ext cx="6096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49" name="Line 25">
            <a:extLst>
              <a:ext uri="{FF2B5EF4-FFF2-40B4-BE49-F238E27FC236}">
                <a16:creationId xmlns:a16="http://schemas.microsoft.com/office/drawing/2014/main" id="{9B0B8EC4-6FEE-76F8-EBB3-721141986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057400"/>
            <a:ext cx="9144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0" name="Line 26">
            <a:extLst>
              <a:ext uri="{FF2B5EF4-FFF2-40B4-BE49-F238E27FC236}">
                <a16:creationId xmlns:a16="http://schemas.microsoft.com/office/drawing/2014/main" id="{DD591607-1845-2608-0B9F-46D54A7449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2133600"/>
            <a:ext cx="4572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1" name="Line 27">
            <a:extLst>
              <a:ext uri="{FF2B5EF4-FFF2-40B4-BE49-F238E27FC236}">
                <a16:creationId xmlns:a16="http://schemas.microsoft.com/office/drawing/2014/main" id="{6784D9FD-CE85-EEF7-6978-C1BE5FE12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1600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2" name="Line 28">
            <a:extLst>
              <a:ext uri="{FF2B5EF4-FFF2-40B4-BE49-F238E27FC236}">
                <a16:creationId xmlns:a16="http://schemas.microsoft.com/office/drawing/2014/main" id="{7F7F824E-1685-8337-BDAA-0034ACD116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133600"/>
            <a:ext cx="4572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3" name="Line 29">
            <a:extLst>
              <a:ext uri="{FF2B5EF4-FFF2-40B4-BE49-F238E27FC236}">
                <a16:creationId xmlns:a16="http://schemas.microsoft.com/office/drawing/2014/main" id="{315C76EB-7129-EB07-B0FB-3EBA48610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762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4" name="Line 30">
            <a:extLst>
              <a:ext uri="{FF2B5EF4-FFF2-40B4-BE49-F238E27FC236}">
                <a16:creationId xmlns:a16="http://schemas.microsoft.com/office/drawing/2014/main" id="{481F6A0D-6A9B-5FFE-1E5D-1FF082A1E5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133600"/>
            <a:ext cx="32766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5" name="Line 31">
            <a:extLst>
              <a:ext uri="{FF2B5EF4-FFF2-40B4-BE49-F238E27FC236}">
                <a16:creationId xmlns:a16="http://schemas.microsoft.com/office/drawing/2014/main" id="{52A450C6-0170-F2F7-092B-E3907EE20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133600"/>
            <a:ext cx="76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6" name="Line 32">
            <a:extLst>
              <a:ext uri="{FF2B5EF4-FFF2-40B4-BE49-F238E27FC236}">
                <a16:creationId xmlns:a16="http://schemas.microsoft.com/office/drawing/2014/main" id="{AE7BCEED-926B-05A2-4428-4A43398CD1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2133600"/>
            <a:ext cx="1600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7" name="Line 33">
            <a:extLst>
              <a:ext uri="{FF2B5EF4-FFF2-40B4-BE49-F238E27FC236}">
                <a16:creationId xmlns:a16="http://schemas.microsoft.com/office/drawing/2014/main" id="{D32455F7-8FC4-F995-5DAE-6A39A6EDAB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25146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8" name="Line 34">
            <a:extLst>
              <a:ext uri="{FF2B5EF4-FFF2-40B4-BE49-F238E27FC236}">
                <a16:creationId xmlns:a16="http://schemas.microsoft.com/office/drawing/2014/main" id="{4CA65459-F57C-B4CF-5D97-B8EFAE996E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057400"/>
            <a:ext cx="2362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59" name="Line 35">
            <a:extLst>
              <a:ext uri="{FF2B5EF4-FFF2-40B4-BE49-F238E27FC236}">
                <a16:creationId xmlns:a16="http://schemas.microsoft.com/office/drawing/2014/main" id="{244915C8-A4C0-7C7A-50E7-74C12346BA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209800"/>
            <a:ext cx="18288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0" name="Line 36">
            <a:extLst>
              <a:ext uri="{FF2B5EF4-FFF2-40B4-BE49-F238E27FC236}">
                <a16:creationId xmlns:a16="http://schemas.microsoft.com/office/drawing/2014/main" id="{AAF9E9C2-3774-CF81-2277-720A18A85C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2133600"/>
            <a:ext cx="4572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1" name="Line 37">
            <a:extLst>
              <a:ext uri="{FF2B5EF4-FFF2-40B4-BE49-F238E27FC236}">
                <a16:creationId xmlns:a16="http://schemas.microsoft.com/office/drawing/2014/main" id="{C8133E1D-A385-CA5B-2B0E-F5AEA44DB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33600"/>
            <a:ext cx="3810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2" name="Line 38">
            <a:extLst>
              <a:ext uri="{FF2B5EF4-FFF2-40B4-BE49-F238E27FC236}">
                <a16:creationId xmlns:a16="http://schemas.microsoft.com/office/drawing/2014/main" id="{58C9D447-EDF9-A8E6-DE4C-26837BB410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057400"/>
            <a:ext cx="10668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3" name="Line 39">
            <a:extLst>
              <a:ext uri="{FF2B5EF4-FFF2-40B4-BE49-F238E27FC236}">
                <a16:creationId xmlns:a16="http://schemas.microsoft.com/office/drawing/2014/main" id="{0F6452C6-FC9C-4671-433D-B7885BF35D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2057400"/>
            <a:ext cx="6096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4" name="Line 40">
            <a:extLst>
              <a:ext uri="{FF2B5EF4-FFF2-40B4-BE49-F238E27FC236}">
                <a16:creationId xmlns:a16="http://schemas.microsoft.com/office/drawing/2014/main" id="{C048EBAA-C76B-7408-3A1C-AEE33A2A0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133600"/>
            <a:ext cx="20574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6265" name="Line 41">
            <a:extLst>
              <a:ext uri="{FF2B5EF4-FFF2-40B4-BE49-F238E27FC236}">
                <a16:creationId xmlns:a16="http://schemas.microsoft.com/office/drawing/2014/main" id="{FD52F502-EB5F-2A36-69E5-2F30F9C824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1336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>
    <p:dissolv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>
            <a:extLst>
              <a:ext uri="{FF2B5EF4-FFF2-40B4-BE49-F238E27FC236}">
                <a16:creationId xmlns:a16="http://schemas.microsoft.com/office/drawing/2014/main" id="{1FE33234-D73B-1790-DA12-24C3F90DC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N+M door Content Integratie</a:t>
            </a:r>
            <a:endParaRPr lang="en-GB" altLang="nl-NL"/>
          </a:p>
        </p:txBody>
      </p:sp>
      <p:grpSp>
        <p:nvGrpSpPr>
          <p:cNvPr id="437251" name="Group 3">
            <a:extLst>
              <a:ext uri="{FF2B5EF4-FFF2-40B4-BE49-F238E27FC236}">
                <a16:creationId xmlns:a16="http://schemas.microsoft.com/office/drawing/2014/main" id="{0F33EF2D-A5E1-393A-C816-E589B76B3BA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990600"/>
            <a:ext cx="5181600" cy="4800600"/>
            <a:chOff x="1392" y="624"/>
            <a:chExt cx="3264" cy="3024"/>
          </a:xfrm>
        </p:grpSpPr>
        <p:grpSp>
          <p:nvGrpSpPr>
            <p:cNvPr id="437252" name="Group 4">
              <a:extLst>
                <a:ext uri="{FF2B5EF4-FFF2-40B4-BE49-F238E27FC236}">
                  <a16:creationId xmlns:a16="http://schemas.microsoft.com/office/drawing/2014/main" id="{DCA7A8DF-64D4-47BA-1005-B45987AE15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3" y="1632"/>
              <a:ext cx="1406" cy="1075"/>
              <a:chOff x="2250" y="1917"/>
              <a:chExt cx="1182" cy="1075"/>
            </a:xfrm>
          </p:grpSpPr>
          <p:sp>
            <p:nvSpPr>
              <p:cNvPr id="437253" name="Text Box 5">
                <a:extLst>
                  <a:ext uri="{FF2B5EF4-FFF2-40B4-BE49-F238E27FC236}">
                    <a16:creationId xmlns:a16="http://schemas.microsoft.com/office/drawing/2014/main" id="{5B461822-35A5-BA29-79C8-8D115DB7B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3" y="1917"/>
                <a:ext cx="1169" cy="256"/>
              </a:xfrm>
              <a:prstGeom prst="rect">
                <a:avLst/>
              </a:prstGeom>
              <a:noFill/>
              <a:ln w="9525">
                <a:solidFill>
                  <a:srgbClr val="FF993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nl-NL" sz="2000" b="1">
                    <a:solidFill>
                      <a:srgbClr val="2B61A3"/>
                    </a:solidFill>
                    <a:latin typeface="Arial" panose="020B0604020202020204" pitchFamily="34" charset="0"/>
                  </a:rPr>
                  <a:t>XML Intelligentie</a:t>
                </a:r>
                <a:endParaRPr lang="en-US" altLang="nl-NL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437254" name="Text Box 6">
                <a:extLst>
                  <a:ext uri="{FF2B5EF4-FFF2-40B4-BE49-F238E27FC236}">
                    <a16:creationId xmlns:a16="http://schemas.microsoft.com/office/drawing/2014/main" id="{DF0CE9E3-A9BB-F337-443D-7D6EEB4D8C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0" y="2736"/>
                <a:ext cx="1169" cy="256"/>
              </a:xfrm>
              <a:prstGeom prst="rect">
                <a:avLst/>
              </a:prstGeom>
              <a:noFill/>
              <a:ln w="9525">
                <a:solidFill>
                  <a:srgbClr val="FF993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nl-NL" sz="2000" b="1">
                    <a:solidFill>
                      <a:srgbClr val="2B61A3"/>
                    </a:solidFill>
                    <a:latin typeface="Arial" panose="020B0604020202020204" pitchFamily="34" charset="0"/>
                  </a:rPr>
                  <a:t>XML Intelligentie</a:t>
                </a:r>
                <a:endParaRPr lang="en-US" altLang="nl-NL" sz="16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7255" name="AutoShape 7">
              <a:extLst>
                <a:ext uri="{FF2B5EF4-FFF2-40B4-BE49-F238E27FC236}">
                  <a16:creationId xmlns:a16="http://schemas.microsoft.com/office/drawing/2014/main" id="{76C91284-748D-7A76-E79E-55C32449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2880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56" name="AutoShape 8">
              <a:extLst>
                <a:ext uri="{FF2B5EF4-FFF2-40B4-BE49-F238E27FC236}">
                  <a16:creationId xmlns:a16="http://schemas.microsoft.com/office/drawing/2014/main" id="{AF1A44B9-C3C9-49DD-ACE6-D4F211CCC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3024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57" name="AutoShape 9">
              <a:extLst>
                <a:ext uri="{FF2B5EF4-FFF2-40B4-BE49-F238E27FC236}">
                  <a16:creationId xmlns:a16="http://schemas.microsoft.com/office/drawing/2014/main" id="{7E511C3C-F094-360E-A4E9-FE3C6E8E8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58" name="AutoShape 10">
              <a:extLst>
                <a:ext uri="{FF2B5EF4-FFF2-40B4-BE49-F238E27FC236}">
                  <a16:creationId xmlns:a16="http://schemas.microsoft.com/office/drawing/2014/main" id="{032A724D-C2C4-A2B8-B268-54A8B3074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3" y="3024"/>
              <a:ext cx="515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59" name="AutoShape 11">
              <a:extLst>
                <a:ext uri="{FF2B5EF4-FFF2-40B4-BE49-F238E27FC236}">
                  <a16:creationId xmlns:a16="http://schemas.microsoft.com/office/drawing/2014/main" id="{6D3C1704-EEFE-55C1-7720-3835A9B17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" y="3168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60" name="AutoShape 12">
              <a:extLst>
                <a:ext uri="{FF2B5EF4-FFF2-40B4-BE49-F238E27FC236}">
                  <a16:creationId xmlns:a16="http://schemas.microsoft.com/office/drawing/2014/main" id="{956D569D-D353-3C82-8645-5FA4B4F70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784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61" name="AutoShape 13">
              <a:extLst>
                <a:ext uri="{FF2B5EF4-FFF2-40B4-BE49-F238E27FC236}">
                  <a16:creationId xmlns:a16="http://schemas.microsoft.com/office/drawing/2014/main" id="{5D3B06F9-D834-48F2-09BF-433651E7D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9" y="2928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62" name="AutoShape 14">
              <a:extLst>
                <a:ext uri="{FF2B5EF4-FFF2-40B4-BE49-F238E27FC236}">
                  <a16:creationId xmlns:a16="http://schemas.microsoft.com/office/drawing/2014/main" id="{D2C49A7A-E4A3-4FB3-4DD7-BD1AB852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3120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63" name="AutoShape 15">
              <a:extLst>
                <a:ext uri="{FF2B5EF4-FFF2-40B4-BE49-F238E27FC236}">
                  <a16:creationId xmlns:a16="http://schemas.microsoft.com/office/drawing/2014/main" id="{24A4BEC7-2063-5F60-EE75-45BE7F23F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264"/>
              <a:ext cx="514" cy="38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pic>
          <p:nvPicPr>
            <p:cNvPr id="437264" name="Picture 16">
              <a:extLst>
                <a:ext uri="{FF2B5EF4-FFF2-40B4-BE49-F238E27FC236}">
                  <a16:creationId xmlns:a16="http://schemas.microsoft.com/office/drawing/2014/main" id="{460182CD-2677-EFD8-0A33-AC6599C756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2" y="624"/>
              <a:ext cx="971" cy="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7265" name="Picture 17">
              <a:extLst>
                <a:ext uri="{FF2B5EF4-FFF2-40B4-BE49-F238E27FC236}">
                  <a16:creationId xmlns:a16="http://schemas.microsoft.com/office/drawing/2014/main" id="{980C09D7-F7FB-A717-8615-36608594C7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" y="859"/>
              <a:ext cx="914" cy="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7266" name="Picture 18">
              <a:extLst>
                <a:ext uri="{FF2B5EF4-FFF2-40B4-BE49-F238E27FC236}">
                  <a16:creationId xmlns:a16="http://schemas.microsoft.com/office/drawing/2014/main" id="{9676DB4A-69D0-17B0-6747-D67AFC2E7C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0" y="720"/>
              <a:ext cx="636" cy="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437267" name="Object 19">
              <a:extLst>
                <a:ext uri="{FF2B5EF4-FFF2-40B4-BE49-F238E27FC236}">
                  <a16:creationId xmlns:a16="http://schemas.microsoft.com/office/drawing/2014/main" id="{DD7174B9-91EA-8E78-4798-AD7C302FF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768"/>
            <a:ext cx="605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520280" imgH="1697760" progId="MS_ClipArt_Gallery.5">
                    <p:embed/>
                  </p:oleObj>
                </mc:Choice>
                <mc:Fallback>
                  <p:oleObj name="Clip" r:id="rId5" imgW="1520280" imgH="1697760" progId="MS_ClipArt_Gallery.5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768"/>
                          <a:ext cx="605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7268" name="AutoShape 20">
              <a:extLst>
                <a:ext uri="{FF2B5EF4-FFF2-40B4-BE49-F238E27FC236}">
                  <a16:creationId xmlns:a16="http://schemas.microsoft.com/office/drawing/2014/main" id="{06F8F481-C0E7-406D-F8B1-AFD289BB6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768"/>
              <a:ext cx="524" cy="36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FF9933">
                    <a:gamma/>
                    <a:shade val="46275"/>
                    <a:invGamma/>
                  </a:srgbClr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pic>
          <p:nvPicPr>
            <p:cNvPr id="437269" name="Picture 21">
              <a:extLst>
                <a:ext uri="{FF2B5EF4-FFF2-40B4-BE49-F238E27FC236}">
                  <a16:creationId xmlns:a16="http://schemas.microsoft.com/office/drawing/2014/main" id="{86CE3173-B175-F506-5F73-C50DA31C0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744"/>
              <a:ext cx="307" cy="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7270" name="Line 22">
              <a:extLst>
                <a:ext uri="{FF2B5EF4-FFF2-40B4-BE49-F238E27FC236}">
                  <a16:creationId xmlns:a16="http://schemas.microsoft.com/office/drawing/2014/main" id="{DE994D51-90E5-0992-0AC7-69417E588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200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1" name="Line 23">
              <a:extLst>
                <a:ext uri="{FF2B5EF4-FFF2-40B4-BE49-F238E27FC236}">
                  <a16:creationId xmlns:a16="http://schemas.microsoft.com/office/drawing/2014/main" id="{99DF837E-0930-7BC9-5388-D7C46E103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248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2" name="Line 24">
              <a:extLst>
                <a:ext uri="{FF2B5EF4-FFF2-40B4-BE49-F238E27FC236}">
                  <a16:creationId xmlns:a16="http://schemas.microsoft.com/office/drawing/2014/main" id="{35ECD0BF-9019-E381-E7B2-1662E66D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10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3" name="Line 25">
              <a:extLst>
                <a:ext uri="{FF2B5EF4-FFF2-40B4-BE49-F238E27FC236}">
                  <a16:creationId xmlns:a16="http://schemas.microsoft.com/office/drawing/2014/main" id="{E324A409-AE24-07B2-BEC9-47000B04A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148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4" name="Line 26">
              <a:extLst>
                <a:ext uri="{FF2B5EF4-FFF2-40B4-BE49-F238E27FC236}">
                  <a16:creationId xmlns:a16="http://schemas.microsoft.com/office/drawing/2014/main" id="{043923A2-64FA-DA8B-759D-200402BBD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34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5" name="Line 27">
              <a:extLst>
                <a:ext uri="{FF2B5EF4-FFF2-40B4-BE49-F238E27FC236}">
                  <a16:creationId xmlns:a16="http://schemas.microsoft.com/office/drawing/2014/main" id="{78A4BC63-681F-F2FF-98AA-EB7C0C475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1152"/>
              <a:ext cx="72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6" name="Line 28">
              <a:extLst>
                <a:ext uri="{FF2B5EF4-FFF2-40B4-BE49-F238E27FC236}">
                  <a16:creationId xmlns:a16="http://schemas.microsoft.com/office/drawing/2014/main" id="{018FAB44-DB0E-D077-7777-706356A523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688"/>
              <a:ext cx="4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7" name="Line 29">
              <a:extLst>
                <a:ext uri="{FF2B5EF4-FFF2-40B4-BE49-F238E27FC236}">
                  <a16:creationId xmlns:a16="http://schemas.microsoft.com/office/drawing/2014/main" id="{9D52CDE3-C2A2-C482-1FF2-1FECA5B8D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68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8" name="Line 30">
              <a:extLst>
                <a:ext uri="{FF2B5EF4-FFF2-40B4-BE49-F238E27FC236}">
                  <a16:creationId xmlns:a16="http://schemas.microsoft.com/office/drawing/2014/main" id="{19071461-19CC-EA5F-48C1-55C5EB873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88"/>
              <a:ext cx="4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79" name="Line 31">
              <a:extLst>
                <a:ext uri="{FF2B5EF4-FFF2-40B4-BE49-F238E27FC236}">
                  <a16:creationId xmlns:a16="http://schemas.microsoft.com/office/drawing/2014/main" id="{7616AAC7-8CA6-01E2-F216-A3EDDCBF6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688"/>
              <a:ext cx="9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0" name="Line 32">
              <a:extLst>
                <a:ext uri="{FF2B5EF4-FFF2-40B4-BE49-F238E27FC236}">
                  <a16:creationId xmlns:a16="http://schemas.microsoft.com/office/drawing/2014/main" id="{34A8D6C5-294D-76CB-509B-BC97B229E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1" name="Line 33">
              <a:extLst>
                <a:ext uri="{FF2B5EF4-FFF2-40B4-BE49-F238E27FC236}">
                  <a16:creationId xmlns:a16="http://schemas.microsoft.com/office/drawing/2014/main" id="{8E994F99-C5FB-6EDB-BE2C-4CEF55F19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688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2" name="Line 34">
              <a:extLst>
                <a:ext uri="{FF2B5EF4-FFF2-40B4-BE49-F238E27FC236}">
                  <a16:creationId xmlns:a16="http://schemas.microsoft.com/office/drawing/2014/main" id="{160D5833-B406-8A6C-FDA4-C135CB3F7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872"/>
              <a:ext cx="0" cy="576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3" name="Line 35">
              <a:extLst>
                <a:ext uri="{FF2B5EF4-FFF2-40B4-BE49-F238E27FC236}">
                  <a16:creationId xmlns:a16="http://schemas.microsoft.com/office/drawing/2014/main" id="{18F17957-595F-3971-E474-76847434C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2" y="1872"/>
              <a:ext cx="0" cy="576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4" name="Line 36">
              <a:extLst>
                <a:ext uri="{FF2B5EF4-FFF2-40B4-BE49-F238E27FC236}">
                  <a16:creationId xmlns:a16="http://schemas.microsoft.com/office/drawing/2014/main" id="{B50128F5-50AF-6BA8-C209-2C5C6C884E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640"/>
              <a:ext cx="67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5" name="Line 37">
              <a:extLst>
                <a:ext uri="{FF2B5EF4-FFF2-40B4-BE49-F238E27FC236}">
                  <a16:creationId xmlns:a16="http://schemas.microsoft.com/office/drawing/2014/main" id="{7F3AF3BB-7210-C846-7315-06B949D9BF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640"/>
              <a:ext cx="62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7286" name="Line 38">
              <a:extLst>
                <a:ext uri="{FF2B5EF4-FFF2-40B4-BE49-F238E27FC236}">
                  <a16:creationId xmlns:a16="http://schemas.microsoft.com/office/drawing/2014/main" id="{BCE40E94-D158-B5FA-289E-72F73FBB1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268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pic>
          <p:nvPicPr>
            <p:cNvPr id="437287" name="Picture 39">
              <a:extLst>
                <a:ext uri="{FF2B5EF4-FFF2-40B4-BE49-F238E27FC236}">
                  <a16:creationId xmlns:a16="http://schemas.microsoft.com/office/drawing/2014/main" id="{04E45F6D-97EB-B38C-2454-51EE7C3474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900"/>
              <a:ext cx="624" cy="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7288" name="Group 40">
            <a:extLst>
              <a:ext uri="{FF2B5EF4-FFF2-40B4-BE49-F238E27FC236}">
                <a16:creationId xmlns:a16="http://schemas.microsoft.com/office/drawing/2014/main" id="{1206A507-F014-C944-3AC3-756611F56CE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143000"/>
            <a:ext cx="6248400" cy="4740275"/>
            <a:chOff x="1344" y="906"/>
            <a:chExt cx="3100" cy="2986"/>
          </a:xfrm>
        </p:grpSpPr>
        <p:sp>
          <p:nvSpPr>
            <p:cNvPr id="437289" name="Line 41">
              <a:extLst>
                <a:ext uri="{FF2B5EF4-FFF2-40B4-BE49-F238E27FC236}">
                  <a16:creationId xmlns:a16="http://schemas.microsoft.com/office/drawing/2014/main" id="{BE8BAFF4-F3AB-AE60-0D0E-7FB87DE41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008"/>
              <a:ext cx="816" cy="1392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0" name="Line 42">
              <a:extLst>
                <a:ext uri="{FF2B5EF4-FFF2-40B4-BE49-F238E27FC236}">
                  <a16:creationId xmlns:a16="http://schemas.microsoft.com/office/drawing/2014/main" id="{82328B88-FC76-9DAB-5C93-37E8D3C0C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400"/>
              <a:ext cx="864" cy="1344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1" name="Line 43">
              <a:extLst>
                <a:ext uri="{FF2B5EF4-FFF2-40B4-BE49-F238E27FC236}">
                  <a16:creationId xmlns:a16="http://schemas.microsoft.com/office/drawing/2014/main" id="{FE10DF87-B657-5D4F-779A-9A649D96FE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30234" flipH="1">
              <a:off x="3552" y="1008"/>
              <a:ext cx="816" cy="1440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2" name="Line 44">
              <a:extLst>
                <a:ext uri="{FF2B5EF4-FFF2-40B4-BE49-F238E27FC236}">
                  <a16:creationId xmlns:a16="http://schemas.microsoft.com/office/drawing/2014/main" id="{B8FE25E0-A926-D261-93A8-9E48A8E34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400"/>
              <a:ext cx="912" cy="1392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3" name="Line 45">
              <a:extLst>
                <a:ext uri="{FF2B5EF4-FFF2-40B4-BE49-F238E27FC236}">
                  <a16:creationId xmlns:a16="http://schemas.microsoft.com/office/drawing/2014/main" id="{864E3A01-771C-B802-AB87-E775F3FD6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888"/>
              <a:ext cx="2880" cy="0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4" name="Line 46">
              <a:extLst>
                <a:ext uri="{FF2B5EF4-FFF2-40B4-BE49-F238E27FC236}">
                  <a16:creationId xmlns:a16="http://schemas.microsoft.com/office/drawing/2014/main" id="{3D4EAD72-15EF-B592-8246-0760D9220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912"/>
              <a:ext cx="2880" cy="0"/>
            </a:xfrm>
            <a:prstGeom prst="line">
              <a:avLst/>
            </a:prstGeom>
            <a:noFill/>
            <a:ln w="38100">
              <a:solidFill>
                <a:srgbClr val="2B61A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5" name="Freeform 47">
              <a:extLst>
                <a:ext uri="{FF2B5EF4-FFF2-40B4-BE49-F238E27FC236}">
                  <a16:creationId xmlns:a16="http://schemas.microsoft.com/office/drawing/2014/main" id="{28BDE8C7-B53A-A2F5-DDA6-A419D1117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906"/>
              <a:ext cx="92" cy="158"/>
            </a:xfrm>
            <a:custGeom>
              <a:avLst/>
              <a:gdLst>
                <a:gd name="T0" fmla="*/ 0 w 92"/>
                <a:gd name="T1" fmla="*/ 10 h 158"/>
                <a:gd name="T2" fmla="*/ 76 w 92"/>
                <a:gd name="T3" fmla="*/ 26 h 158"/>
                <a:gd name="T4" fmla="*/ 52 w 92"/>
                <a:gd name="T5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158">
                  <a:moveTo>
                    <a:pt x="0" y="10"/>
                  </a:moveTo>
                  <a:cubicBezTo>
                    <a:pt x="30" y="2"/>
                    <a:pt x="56" y="0"/>
                    <a:pt x="76" y="26"/>
                  </a:cubicBezTo>
                  <a:cubicBezTo>
                    <a:pt x="92" y="73"/>
                    <a:pt x="88" y="122"/>
                    <a:pt x="52" y="158"/>
                  </a:cubicBezTo>
                </a:path>
              </a:pathLst>
            </a:custGeom>
            <a:noFill/>
            <a:ln w="38100" cap="flat" cmpd="sng">
              <a:solidFill>
                <a:srgbClr val="2B61A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6" name="Freeform 48">
              <a:extLst>
                <a:ext uri="{FF2B5EF4-FFF2-40B4-BE49-F238E27FC236}">
                  <a16:creationId xmlns:a16="http://schemas.microsoft.com/office/drawing/2014/main" id="{0488701E-1FEA-D543-DCF5-0AE598AA9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912"/>
              <a:ext cx="120" cy="120"/>
            </a:xfrm>
            <a:custGeom>
              <a:avLst/>
              <a:gdLst>
                <a:gd name="T0" fmla="*/ 120 w 120"/>
                <a:gd name="T1" fmla="*/ 0 h 120"/>
                <a:gd name="T2" fmla="*/ 12 w 120"/>
                <a:gd name="T3" fmla="*/ 28 h 120"/>
                <a:gd name="T4" fmla="*/ 4 w 120"/>
                <a:gd name="T5" fmla="*/ 52 h 120"/>
                <a:gd name="T6" fmla="*/ 0 w 120"/>
                <a:gd name="T7" fmla="*/ 64 h 120"/>
                <a:gd name="T8" fmla="*/ 32 w 120"/>
                <a:gd name="T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0">
                  <a:moveTo>
                    <a:pt x="120" y="0"/>
                  </a:moveTo>
                  <a:cubicBezTo>
                    <a:pt x="85" y="3"/>
                    <a:pt x="42" y="8"/>
                    <a:pt x="12" y="28"/>
                  </a:cubicBezTo>
                  <a:cubicBezTo>
                    <a:pt x="9" y="36"/>
                    <a:pt x="7" y="44"/>
                    <a:pt x="4" y="52"/>
                  </a:cubicBezTo>
                  <a:cubicBezTo>
                    <a:pt x="3" y="56"/>
                    <a:pt x="0" y="64"/>
                    <a:pt x="0" y="64"/>
                  </a:cubicBezTo>
                  <a:cubicBezTo>
                    <a:pt x="4" y="89"/>
                    <a:pt x="14" y="102"/>
                    <a:pt x="32" y="120"/>
                  </a:cubicBezTo>
                </a:path>
              </a:pathLst>
            </a:custGeom>
            <a:noFill/>
            <a:ln w="38100" cap="flat" cmpd="sng">
              <a:solidFill>
                <a:srgbClr val="2B61A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7" name="Freeform 49">
              <a:extLst>
                <a:ext uri="{FF2B5EF4-FFF2-40B4-BE49-F238E27FC236}">
                  <a16:creationId xmlns:a16="http://schemas.microsoft.com/office/drawing/2014/main" id="{461B2789-9281-1007-FEE1-B9A7FECD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3716"/>
              <a:ext cx="152" cy="176"/>
            </a:xfrm>
            <a:custGeom>
              <a:avLst/>
              <a:gdLst>
                <a:gd name="T0" fmla="*/ 152 w 152"/>
                <a:gd name="T1" fmla="*/ 176 h 176"/>
                <a:gd name="T2" fmla="*/ 56 w 152"/>
                <a:gd name="T3" fmla="*/ 164 h 176"/>
                <a:gd name="T4" fmla="*/ 20 w 152"/>
                <a:gd name="T5" fmla="*/ 144 h 176"/>
                <a:gd name="T6" fmla="*/ 8 w 152"/>
                <a:gd name="T7" fmla="*/ 120 h 176"/>
                <a:gd name="T8" fmla="*/ 4 w 152"/>
                <a:gd name="T9" fmla="*/ 80 h 176"/>
                <a:gd name="T10" fmla="*/ 0 w 152"/>
                <a:gd name="T11" fmla="*/ 68 h 176"/>
                <a:gd name="T12" fmla="*/ 28 w 152"/>
                <a:gd name="T1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76">
                  <a:moveTo>
                    <a:pt x="152" y="176"/>
                  </a:moveTo>
                  <a:cubicBezTo>
                    <a:pt x="109" y="173"/>
                    <a:pt x="93" y="176"/>
                    <a:pt x="56" y="164"/>
                  </a:cubicBezTo>
                  <a:cubicBezTo>
                    <a:pt x="43" y="160"/>
                    <a:pt x="20" y="144"/>
                    <a:pt x="20" y="144"/>
                  </a:cubicBezTo>
                  <a:cubicBezTo>
                    <a:pt x="17" y="136"/>
                    <a:pt x="10" y="129"/>
                    <a:pt x="8" y="120"/>
                  </a:cubicBezTo>
                  <a:cubicBezTo>
                    <a:pt x="5" y="107"/>
                    <a:pt x="6" y="93"/>
                    <a:pt x="4" y="80"/>
                  </a:cubicBezTo>
                  <a:cubicBezTo>
                    <a:pt x="3" y="76"/>
                    <a:pt x="1" y="72"/>
                    <a:pt x="0" y="68"/>
                  </a:cubicBezTo>
                  <a:cubicBezTo>
                    <a:pt x="5" y="39"/>
                    <a:pt x="15" y="25"/>
                    <a:pt x="28" y="0"/>
                  </a:cubicBezTo>
                </a:path>
              </a:pathLst>
            </a:custGeom>
            <a:noFill/>
            <a:ln w="38100" cap="flat" cmpd="sng">
              <a:solidFill>
                <a:srgbClr val="2B61A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437298" name="Freeform 50">
              <a:extLst>
                <a:ext uri="{FF2B5EF4-FFF2-40B4-BE49-F238E27FC236}">
                  <a16:creationId xmlns:a16="http://schemas.microsoft.com/office/drawing/2014/main" id="{138EED09-3F89-7340-53ED-7CBCE055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3772"/>
              <a:ext cx="83" cy="120"/>
            </a:xfrm>
            <a:custGeom>
              <a:avLst/>
              <a:gdLst>
                <a:gd name="T0" fmla="*/ 56 w 83"/>
                <a:gd name="T1" fmla="*/ 0 h 120"/>
                <a:gd name="T2" fmla="*/ 76 w 83"/>
                <a:gd name="T3" fmla="*/ 36 h 120"/>
                <a:gd name="T4" fmla="*/ 80 w 83"/>
                <a:gd name="T5" fmla="*/ 48 h 120"/>
                <a:gd name="T6" fmla="*/ 72 w 83"/>
                <a:gd name="T7" fmla="*/ 96 h 120"/>
                <a:gd name="T8" fmla="*/ 0 w 83"/>
                <a:gd name="T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20">
                  <a:moveTo>
                    <a:pt x="56" y="0"/>
                  </a:moveTo>
                  <a:cubicBezTo>
                    <a:pt x="74" y="18"/>
                    <a:pt x="66" y="7"/>
                    <a:pt x="76" y="36"/>
                  </a:cubicBezTo>
                  <a:cubicBezTo>
                    <a:pt x="77" y="40"/>
                    <a:pt x="80" y="48"/>
                    <a:pt x="80" y="48"/>
                  </a:cubicBezTo>
                  <a:cubicBezTo>
                    <a:pt x="78" y="64"/>
                    <a:pt x="83" y="85"/>
                    <a:pt x="72" y="96"/>
                  </a:cubicBezTo>
                  <a:cubicBezTo>
                    <a:pt x="52" y="116"/>
                    <a:pt x="27" y="120"/>
                    <a:pt x="0" y="120"/>
                  </a:cubicBezTo>
                </a:path>
              </a:pathLst>
            </a:custGeom>
            <a:noFill/>
            <a:ln w="38100" cap="flat" cmpd="sng">
              <a:solidFill>
                <a:srgbClr val="2B61A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>
            <a:extLst>
              <a:ext uri="{FF2B5EF4-FFF2-40B4-BE49-F238E27FC236}">
                <a16:creationId xmlns:a16="http://schemas.microsoft.com/office/drawing/2014/main" id="{C006EEBE-8461-6292-24EE-417AA8B6B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“the cut &amp; paste crises”</a:t>
            </a:r>
            <a:endParaRPr lang="en-GB" altLang="nl-NL"/>
          </a:p>
        </p:txBody>
      </p:sp>
      <p:grpSp>
        <p:nvGrpSpPr>
          <p:cNvPr id="438275" name="Group 3">
            <a:extLst>
              <a:ext uri="{FF2B5EF4-FFF2-40B4-BE49-F238E27FC236}">
                <a16:creationId xmlns:a16="http://schemas.microsoft.com/office/drawing/2014/main" id="{69965347-7B73-A9B9-78E7-B8851A33283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514600"/>
            <a:ext cx="8801100" cy="685800"/>
            <a:chOff x="96" y="1584"/>
            <a:chExt cx="5544" cy="432"/>
          </a:xfrm>
        </p:grpSpPr>
        <p:sp>
          <p:nvSpPr>
            <p:cNvPr id="438276" name="Rectangle 4">
              <a:extLst>
                <a:ext uri="{FF2B5EF4-FFF2-40B4-BE49-F238E27FC236}">
                  <a16:creationId xmlns:a16="http://schemas.microsoft.com/office/drawing/2014/main" id="{79264864-3CC5-FE82-48FD-7995E531E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Onderhoud</a:t>
              </a:r>
            </a:p>
          </p:txBody>
        </p:sp>
        <p:sp>
          <p:nvSpPr>
            <p:cNvPr id="438277" name="Rectangle 5">
              <a:extLst>
                <a:ext uri="{FF2B5EF4-FFF2-40B4-BE49-F238E27FC236}">
                  <a16:creationId xmlns:a16="http://schemas.microsoft.com/office/drawing/2014/main" id="{DFDE8AD0-0757-94DF-BA50-B651BD40D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Verkoop &amp;</a:t>
              </a:r>
              <a:b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</a:br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Marketing</a:t>
              </a:r>
            </a:p>
          </p:txBody>
        </p:sp>
        <p:sp>
          <p:nvSpPr>
            <p:cNvPr id="438278" name="Rectangle 6">
              <a:extLst>
                <a:ext uri="{FF2B5EF4-FFF2-40B4-BE49-F238E27FC236}">
                  <a16:creationId xmlns:a16="http://schemas.microsoft.com/office/drawing/2014/main" id="{10C6E04B-5E6F-2F8E-14E5-05BBD75F3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Logistiek</a:t>
              </a:r>
              <a:endParaRPr lang="en-US" altLang="nl-NL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8279" name="Rectangle 7">
              <a:extLst>
                <a:ext uri="{FF2B5EF4-FFF2-40B4-BE49-F238E27FC236}">
                  <a16:creationId xmlns:a16="http://schemas.microsoft.com/office/drawing/2014/main" id="{99EC7B22-594A-53FC-C0B3-6D76A3110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Productie</a:t>
              </a:r>
            </a:p>
          </p:txBody>
        </p:sp>
        <p:sp>
          <p:nvSpPr>
            <p:cNvPr id="438280" name="Rectangle 8">
              <a:extLst>
                <a:ext uri="{FF2B5EF4-FFF2-40B4-BE49-F238E27FC236}">
                  <a16:creationId xmlns:a16="http://schemas.microsoft.com/office/drawing/2014/main" id="{99BF15C6-BA74-5AC9-C238-049FF0290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Ontwikkeling</a:t>
              </a:r>
            </a:p>
          </p:txBody>
        </p:sp>
      </p:grpSp>
      <p:grpSp>
        <p:nvGrpSpPr>
          <p:cNvPr id="438355" name="Group 83">
            <a:extLst>
              <a:ext uri="{FF2B5EF4-FFF2-40B4-BE49-F238E27FC236}">
                <a16:creationId xmlns:a16="http://schemas.microsoft.com/office/drawing/2014/main" id="{B6355798-0A6C-C684-AF07-B9C7D8B766A6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1524000"/>
            <a:ext cx="6705600" cy="2416175"/>
            <a:chOff x="913" y="960"/>
            <a:chExt cx="4224" cy="1522"/>
          </a:xfrm>
        </p:grpSpPr>
        <p:sp>
          <p:nvSpPr>
            <p:cNvPr id="438282" name="Freeform 10">
              <a:extLst>
                <a:ext uri="{FF2B5EF4-FFF2-40B4-BE49-F238E27FC236}">
                  <a16:creationId xmlns:a16="http://schemas.microsoft.com/office/drawing/2014/main" id="{1D38001E-78ED-B120-6B3B-351DE593F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83" name="Freeform 11">
              <a:extLst>
                <a:ext uri="{FF2B5EF4-FFF2-40B4-BE49-F238E27FC236}">
                  <a16:creationId xmlns:a16="http://schemas.microsoft.com/office/drawing/2014/main" id="{441D76EA-A39E-29D9-9154-ABF8B6253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84" name="Freeform 12">
              <a:extLst>
                <a:ext uri="{FF2B5EF4-FFF2-40B4-BE49-F238E27FC236}">
                  <a16:creationId xmlns:a16="http://schemas.microsoft.com/office/drawing/2014/main" id="{ED0345D8-BFC5-E529-7285-75EDD69DE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85" name="Freeform 13">
              <a:extLst>
                <a:ext uri="{FF2B5EF4-FFF2-40B4-BE49-F238E27FC236}">
                  <a16:creationId xmlns:a16="http://schemas.microsoft.com/office/drawing/2014/main" id="{59EBCFBC-E993-CB4A-071D-8087AA07D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960"/>
              <a:ext cx="768" cy="576"/>
            </a:xfrm>
            <a:custGeom>
              <a:avLst/>
              <a:gdLst>
                <a:gd name="T0" fmla="*/ 0 w 768"/>
                <a:gd name="T1" fmla="*/ 576 h 576"/>
                <a:gd name="T2" fmla="*/ 384 w 768"/>
                <a:gd name="T3" fmla="*/ 0 h 576"/>
                <a:gd name="T4" fmla="*/ 768 w 76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576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288"/>
                    <a:pt x="768" y="576"/>
                  </a:cubicBezTo>
                </a:path>
              </a:pathLst>
            </a:custGeom>
            <a:noFill/>
            <a:ln w="12699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00">
                          <a:gamma/>
                          <a:tint val="30196"/>
                          <a:invGamma/>
                        </a:srgbClr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86" name="Line 14">
              <a:extLst>
                <a:ext uri="{FF2B5EF4-FFF2-40B4-BE49-F238E27FC236}">
                  <a16:creationId xmlns:a16="http://schemas.microsoft.com/office/drawing/2014/main" id="{C772F365-DDAF-1246-EB64-B5826A47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" y="1330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38287" name="Line 15">
              <a:extLst>
                <a:ext uri="{FF2B5EF4-FFF2-40B4-BE49-F238E27FC236}">
                  <a16:creationId xmlns:a16="http://schemas.microsoft.com/office/drawing/2014/main" id="{BC461A1D-4093-CCD2-EDE3-65C3D55BE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1329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38288" name="Line 16">
              <a:extLst>
                <a:ext uri="{FF2B5EF4-FFF2-40B4-BE49-F238E27FC236}">
                  <a16:creationId xmlns:a16="http://schemas.microsoft.com/office/drawing/2014/main" id="{8A69C10C-8425-93CB-D3EA-49132EE60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1328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38289" name="Line 17">
              <a:extLst>
                <a:ext uri="{FF2B5EF4-FFF2-40B4-BE49-F238E27FC236}">
                  <a16:creationId xmlns:a16="http://schemas.microsoft.com/office/drawing/2014/main" id="{F8EC4F3B-3344-5025-CBF3-2619EFF5B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327"/>
              <a:ext cx="0" cy="1152"/>
            </a:xfrm>
            <a:prstGeom prst="line">
              <a:avLst/>
            </a:prstGeom>
            <a:noFill/>
            <a:ln w="152400">
              <a:pattFill prst="horzBrick">
                <a:fgClr>
                  <a:srgbClr val="990000"/>
                </a:fgClr>
                <a:bgClr>
                  <a:srgbClr val="FFFFFF"/>
                </a:bgClr>
              </a:patt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438290" name="Group 18">
            <a:extLst>
              <a:ext uri="{FF2B5EF4-FFF2-40B4-BE49-F238E27FC236}">
                <a16:creationId xmlns:a16="http://schemas.microsoft.com/office/drawing/2014/main" id="{AFBFA56F-F083-63CA-9EA4-8770CF41A2EB}"/>
              </a:ext>
            </a:extLst>
          </p:cNvPr>
          <p:cNvGrpSpPr>
            <a:grpSpLocks/>
          </p:cNvGrpSpPr>
          <p:nvPr/>
        </p:nvGrpSpPr>
        <p:grpSpPr bwMode="auto">
          <a:xfrm>
            <a:off x="6683375" y="1676400"/>
            <a:ext cx="1427163" cy="3600450"/>
            <a:chOff x="4210" y="1056"/>
            <a:chExt cx="899" cy="2268"/>
          </a:xfrm>
        </p:grpSpPr>
        <p:sp>
          <p:nvSpPr>
            <p:cNvPr id="438291" name="AutoShape 19">
              <a:extLst>
                <a:ext uri="{FF2B5EF4-FFF2-40B4-BE49-F238E27FC236}">
                  <a16:creationId xmlns:a16="http://schemas.microsoft.com/office/drawing/2014/main" id="{B931FB94-57F5-55CD-EC7C-52A7081D9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1883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2" name="AutoShape 20">
              <a:extLst>
                <a:ext uri="{FF2B5EF4-FFF2-40B4-BE49-F238E27FC236}">
                  <a16:creationId xmlns:a16="http://schemas.microsoft.com/office/drawing/2014/main" id="{53938A23-EE34-E1A1-F316-D92CA9209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" y="116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3" name="AutoShape 21">
              <a:extLst>
                <a:ext uri="{FF2B5EF4-FFF2-40B4-BE49-F238E27FC236}">
                  <a16:creationId xmlns:a16="http://schemas.microsoft.com/office/drawing/2014/main" id="{BB8579EF-C8F3-21B2-63C1-AA150EC6E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788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4" name="AutoShape 22">
              <a:extLst>
                <a:ext uri="{FF2B5EF4-FFF2-40B4-BE49-F238E27FC236}">
                  <a16:creationId xmlns:a16="http://schemas.microsoft.com/office/drawing/2014/main" id="{A1D489DB-0423-40CE-C055-D2F645204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246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5" name="AutoShape 23">
              <a:extLst>
                <a:ext uri="{FF2B5EF4-FFF2-40B4-BE49-F238E27FC236}">
                  <a16:creationId xmlns:a16="http://schemas.microsoft.com/office/drawing/2014/main" id="{1B017F14-4F4B-D021-BCAD-45D28F71D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2" y="256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6" name="AutoShape 24">
              <a:extLst>
                <a:ext uri="{FF2B5EF4-FFF2-40B4-BE49-F238E27FC236}">
                  <a16:creationId xmlns:a16="http://schemas.microsoft.com/office/drawing/2014/main" id="{79131A02-C017-61E0-DA0D-1F7277871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" y="1424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7" name="AutoShape 25">
              <a:extLst>
                <a:ext uri="{FF2B5EF4-FFF2-40B4-BE49-F238E27FC236}">
                  <a16:creationId xmlns:a16="http://schemas.microsoft.com/office/drawing/2014/main" id="{A8199571-7E83-DE30-CF23-B0E11DE97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3028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8" name="AutoShape 26">
              <a:extLst>
                <a:ext uri="{FF2B5EF4-FFF2-40B4-BE49-F238E27FC236}">
                  <a16:creationId xmlns:a16="http://schemas.microsoft.com/office/drawing/2014/main" id="{B9A7B3AA-7006-EC77-4C14-840775A03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1056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299" name="AutoShape 27">
              <a:extLst>
                <a:ext uri="{FF2B5EF4-FFF2-40B4-BE49-F238E27FC236}">
                  <a16:creationId xmlns:a16="http://schemas.microsoft.com/office/drawing/2014/main" id="{9531B3C1-4C6A-BC0B-91A4-A138EEBCD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262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0" name="AutoShape 28">
              <a:extLst>
                <a:ext uri="{FF2B5EF4-FFF2-40B4-BE49-F238E27FC236}">
                  <a16:creationId xmlns:a16="http://schemas.microsoft.com/office/drawing/2014/main" id="{E4291AFD-22AA-22AB-2CC9-2BBC4C220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1239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1" name="AutoShape 29">
              <a:extLst>
                <a:ext uri="{FF2B5EF4-FFF2-40B4-BE49-F238E27FC236}">
                  <a16:creationId xmlns:a16="http://schemas.microsoft.com/office/drawing/2014/main" id="{A706B5B0-83F8-AE03-3C63-8F12B3F1D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" y="1376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2" name="AutoShape 30">
              <a:extLst>
                <a:ext uri="{FF2B5EF4-FFF2-40B4-BE49-F238E27FC236}">
                  <a16:creationId xmlns:a16="http://schemas.microsoft.com/office/drawing/2014/main" id="{8AF4B05E-EFD9-1A4E-8BEA-E8EF01D06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" y="1562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3" name="AutoShape 31">
              <a:extLst>
                <a:ext uri="{FF2B5EF4-FFF2-40B4-BE49-F238E27FC236}">
                  <a16:creationId xmlns:a16="http://schemas.microsoft.com/office/drawing/2014/main" id="{AC8E90A7-9EEA-EA2B-B049-3CA71C556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1131"/>
              <a:ext cx="275" cy="259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4" name="AutoShape 32">
              <a:extLst>
                <a:ext uri="{FF2B5EF4-FFF2-40B4-BE49-F238E27FC236}">
                  <a16:creationId xmlns:a16="http://schemas.microsoft.com/office/drawing/2014/main" id="{C9EEEB88-CDF0-9248-4093-A64BF1776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3" y="2807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5" name="AutoShape 33">
              <a:extLst>
                <a:ext uri="{FF2B5EF4-FFF2-40B4-BE49-F238E27FC236}">
                  <a16:creationId xmlns:a16="http://schemas.microsoft.com/office/drawing/2014/main" id="{F6E48B66-1467-FDFF-ED06-7EBB7E38F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" y="3204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6" name="AutoShape 34">
              <a:extLst>
                <a:ext uri="{FF2B5EF4-FFF2-40B4-BE49-F238E27FC236}">
                  <a16:creationId xmlns:a16="http://schemas.microsoft.com/office/drawing/2014/main" id="{43CEFDCD-1BBD-5FF4-DAED-46938E825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" y="3227"/>
              <a:ext cx="97" cy="97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7" name="AutoShape 35">
              <a:extLst>
                <a:ext uri="{FF2B5EF4-FFF2-40B4-BE49-F238E27FC236}">
                  <a16:creationId xmlns:a16="http://schemas.microsoft.com/office/drawing/2014/main" id="{0028C07C-AA42-37B1-74BC-7365224C2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480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8" name="AutoShape 36">
              <a:extLst>
                <a:ext uri="{FF2B5EF4-FFF2-40B4-BE49-F238E27FC236}">
                  <a16:creationId xmlns:a16="http://schemas.microsoft.com/office/drawing/2014/main" id="{90124088-B0D8-8FD4-9F05-38D2C003F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454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09" name="AutoShape 37">
              <a:extLst>
                <a:ext uri="{FF2B5EF4-FFF2-40B4-BE49-F238E27FC236}">
                  <a16:creationId xmlns:a16="http://schemas.microsoft.com/office/drawing/2014/main" id="{E66B516B-0387-EE86-F201-3786FBB0E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558"/>
              <a:ext cx="170" cy="154"/>
            </a:xfrm>
            <a:prstGeom prst="triangle">
              <a:avLst>
                <a:gd name="adj" fmla="val 50000"/>
              </a:avLst>
            </a:prstGeom>
            <a:solidFill>
              <a:srgbClr val="EF8114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38310" name="Group 38">
            <a:extLst>
              <a:ext uri="{FF2B5EF4-FFF2-40B4-BE49-F238E27FC236}">
                <a16:creationId xmlns:a16="http://schemas.microsoft.com/office/drawing/2014/main" id="{CDAF0CE2-FF27-C994-167A-DA7A045C6DA9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752600"/>
            <a:ext cx="1349375" cy="3700463"/>
            <a:chOff x="3151" y="1106"/>
            <a:chExt cx="850" cy="2331"/>
          </a:xfrm>
        </p:grpSpPr>
        <p:sp>
          <p:nvSpPr>
            <p:cNvPr id="438311" name="Oval 39">
              <a:extLst>
                <a:ext uri="{FF2B5EF4-FFF2-40B4-BE49-F238E27FC236}">
                  <a16:creationId xmlns:a16="http://schemas.microsoft.com/office/drawing/2014/main" id="{CBD230E6-C045-D46C-0363-6D8543B8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3" y="2489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2" name="Oval 40">
              <a:extLst>
                <a:ext uri="{FF2B5EF4-FFF2-40B4-BE49-F238E27FC236}">
                  <a16:creationId xmlns:a16="http://schemas.microsoft.com/office/drawing/2014/main" id="{C38C0105-43E9-268D-9967-F1754E269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2821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3" name="Oval 41">
              <a:extLst>
                <a:ext uri="{FF2B5EF4-FFF2-40B4-BE49-F238E27FC236}">
                  <a16:creationId xmlns:a16="http://schemas.microsoft.com/office/drawing/2014/main" id="{50ACBA04-3B39-BE9A-A3C3-78E02DFC9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552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4" name="Oval 42">
              <a:extLst>
                <a:ext uri="{FF2B5EF4-FFF2-40B4-BE49-F238E27FC236}">
                  <a16:creationId xmlns:a16="http://schemas.microsoft.com/office/drawing/2014/main" id="{D7C7A833-6225-4B4B-7A4C-851DFD261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1983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5" name="Oval 43">
              <a:extLst>
                <a:ext uri="{FF2B5EF4-FFF2-40B4-BE49-F238E27FC236}">
                  <a16:creationId xmlns:a16="http://schemas.microsoft.com/office/drawing/2014/main" id="{9F7D7A48-063A-8759-231A-FBEDC4F91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6" y="1365"/>
              <a:ext cx="235" cy="235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6" name="Oval 44">
              <a:extLst>
                <a:ext uri="{FF2B5EF4-FFF2-40B4-BE49-F238E27FC236}">
                  <a16:creationId xmlns:a16="http://schemas.microsoft.com/office/drawing/2014/main" id="{1FE72517-A09B-6A21-3441-DB018D1D5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95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7" name="Oval 45">
              <a:extLst>
                <a:ext uri="{FF2B5EF4-FFF2-40B4-BE49-F238E27FC236}">
                  <a16:creationId xmlns:a16="http://schemas.microsoft.com/office/drawing/2014/main" id="{F5531D0F-FA98-8E80-CC40-B0D5210D6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99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8" name="Oval 46">
              <a:extLst>
                <a:ext uri="{FF2B5EF4-FFF2-40B4-BE49-F238E27FC236}">
                  <a16:creationId xmlns:a16="http://schemas.microsoft.com/office/drawing/2014/main" id="{17BD9418-99E7-B06D-C435-FBB492355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122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19" name="Oval 47">
              <a:extLst>
                <a:ext uri="{FF2B5EF4-FFF2-40B4-BE49-F238E27FC236}">
                  <a16:creationId xmlns:a16="http://schemas.microsoft.com/office/drawing/2014/main" id="{534E1E98-1D0D-DC72-98C8-72A1CF4AB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648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0" name="Oval 48">
              <a:extLst>
                <a:ext uri="{FF2B5EF4-FFF2-40B4-BE49-F238E27FC236}">
                  <a16:creationId xmlns:a16="http://schemas.microsoft.com/office/drawing/2014/main" id="{0225BEC9-33BA-8DDB-9C1F-25B2F4D09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1" y="3301"/>
              <a:ext cx="105" cy="11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1" name="Oval 49">
              <a:extLst>
                <a:ext uri="{FF2B5EF4-FFF2-40B4-BE49-F238E27FC236}">
                  <a16:creationId xmlns:a16="http://schemas.microsoft.com/office/drawing/2014/main" id="{052A7DAD-E40E-C32D-54E6-A0AE2F5D8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3266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2" name="Oval 50">
              <a:extLst>
                <a:ext uri="{FF2B5EF4-FFF2-40B4-BE49-F238E27FC236}">
                  <a16:creationId xmlns:a16="http://schemas.microsoft.com/office/drawing/2014/main" id="{75AB5CBD-7923-6D3D-0787-98EA557B0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" y="1425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3" name="Oval 51">
              <a:extLst>
                <a:ext uri="{FF2B5EF4-FFF2-40B4-BE49-F238E27FC236}">
                  <a16:creationId xmlns:a16="http://schemas.microsoft.com/office/drawing/2014/main" id="{F94973B7-1576-E564-605E-68161239C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1106"/>
              <a:ext cx="186" cy="171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12699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38324" name="Group 52">
            <a:extLst>
              <a:ext uri="{FF2B5EF4-FFF2-40B4-BE49-F238E27FC236}">
                <a16:creationId xmlns:a16="http://schemas.microsoft.com/office/drawing/2014/main" id="{8CFA820C-A6CA-BD08-D035-B7233F45A1CF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762125"/>
            <a:ext cx="1284288" cy="3478213"/>
            <a:chOff x="2016" y="1110"/>
            <a:chExt cx="809" cy="2191"/>
          </a:xfrm>
        </p:grpSpPr>
        <p:sp>
          <p:nvSpPr>
            <p:cNvPr id="438325" name="AutoShape 53">
              <a:extLst>
                <a:ext uri="{FF2B5EF4-FFF2-40B4-BE49-F238E27FC236}">
                  <a16:creationId xmlns:a16="http://schemas.microsoft.com/office/drawing/2014/main" id="{0848E078-D9EF-3423-92FE-630A28C87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904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6" name="AutoShape 54">
              <a:extLst>
                <a:ext uri="{FF2B5EF4-FFF2-40B4-BE49-F238E27FC236}">
                  <a16:creationId xmlns:a16="http://schemas.microsoft.com/office/drawing/2014/main" id="{32F48FBB-15C3-6CF8-340B-3BD0CC214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1110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7" name="AutoShape 55">
              <a:extLst>
                <a:ext uri="{FF2B5EF4-FFF2-40B4-BE49-F238E27FC236}">
                  <a16:creationId xmlns:a16="http://schemas.microsoft.com/office/drawing/2014/main" id="{65CF9686-B5EA-C60E-269B-2056BCCD5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545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8" name="AutoShape 56">
              <a:extLst>
                <a:ext uri="{FF2B5EF4-FFF2-40B4-BE49-F238E27FC236}">
                  <a16:creationId xmlns:a16="http://schemas.microsoft.com/office/drawing/2014/main" id="{91176A8E-47C3-1FD4-B3DC-788FEE889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1263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29" name="AutoShape 57">
              <a:extLst>
                <a:ext uri="{FF2B5EF4-FFF2-40B4-BE49-F238E27FC236}">
                  <a16:creationId xmlns:a16="http://schemas.microsoft.com/office/drawing/2014/main" id="{54517191-31D8-3271-A542-6B21ACE9C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488"/>
              <a:ext cx="219" cy="227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0" name="AutoShape 58">
              <a:extLst>
                <a:ext uri="{FF2B5EF4-FFF2-40B4-BE49-F238E27FC236}">
                  <a16:creationId xmlns:a16="http://schemas.microsoft.com/office/drawing/2014/main" id="{B68D138C-C214-FEF4-965A-83FCA9281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2" y="1986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1" name="AutoShape 59">
              <a:extLst>
                <a:ext uri="{FF2B5EF4-FFF2-40B4-BE49-F238E27FC236}">
                  <a16:creationId xmlns:a16="http://schemas.microsoft.com/office/drawing/2014/main" id="{25671DA8-DE56-09C7-CB4E-44C70DE9B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" y="2009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2" name="AutoShape 60">
              <a:extLst>
                <a:ext uri="{FF2B5EF4-FFF2-40B4-BE49-F238E27FC236}">
                  <a16:creationId xmlns:a16="http://schemas.microsoft.com/office/drawing/2014/main" id="{00836BA6-6140-7907-74FC-D642CCA91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222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3" name="AutoShape 61">
              <a:extLst>
                <a:ext uri="{FF2B5EF4-FFF2-40B4-BE49-F238E27FC236}">
                  <a16:creationId xmlns:a16="http://schemas.microsoft.com/office/drawing/2014/main" id="{547FE7F1-CC8C-904B-B8D5-F9C16A30B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1466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4" name="AutoShape 62">
              <a:extLst>
                <a:ext uri="{FF2B5EF4-FFF2-40B4-BE49-F238E27FC236}">
                  <a16:creationId xmlns:a16="http://schemas.microsoft.com/office/drawing/2014/main" id="{6DD92CB9-9D0D-CDCB-63C7-61A073D28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794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5" name="AutoShape 63">
              <a:extLst>
                <a:ext uri="{FF2B5EF4-FFF2-40B4-BE49-F238E27FC236}">
                  <a16:creationId xmlns:a16="http://schemas.microsoft.com/office/drawing/2014/main" id="{D9851206-DE08-53A9-86C6-5F5819FA9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2955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6" name="AutoShape 64">
              <a:extLst>
                <a:ext uri="{FF2B5EF4-FFF2-40B4-BE49-F238E27FC236}">
                  <a16:creationId xmlns:a16="http://schemas.microsoft.com/office/drawing/2014/main" id="{95906201-1517-94C4-86D2-BC105AAB2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181"/>
              <a:ext cx="97" cy="80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7" name="AutoShape 65">
              <a:extLst>
                <a:ext uri="{FF2B5EF4-FFF2-40B4-BE49-F238E27FC236}">
                  <a16:creationId xmlns:a16="http://schemas.microsoft.com/office/drawing/2014/main" id="{9415E9AF-31BF-7854-46FE-77BE50BC6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3221"/>
              <a:ext cx="97" cy="80"/>
            </a:xfrm>
            <a:prstGeom prst="diamond">
              <a:avLst/>
            </a:prstGeom>
            <a:solidFill>
              <a:srgbClr val="FC007E"/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38" name="AutoShape 66">
              <a:extLst>
                <a:ext uri="{FF2B5EF4-FFF2-40B4-BE49-F238E27FC236}">
                  <a16:creationId xmlns:a16="http://schemas.microsoft.com/office/drawing/2014/main" id="{55C73B00-2ECF-A6F3-AB16-798A27F45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2250"/>
              <a:ext cx="170" cy="162"/>
            </a:xfrm>
            <a:prstGeom prst="diamond">
              <a:avLst/>
            </a:prstGeom>
            <a:solidFill>
              <a:srgbClr val="FC007E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C007E"/>
              </a:extrusionClr>
              <a:contourClr>
                <a:srgbClr val="FC007E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grpSp>
        <p:nvGrpSpPr>
          <p:cNvPr id="438339" name="Group 67">
            <a:extLst>
              <a:ext uri="{FF2B5EF4-FFF2-40B4-BE49-F238E27FC236}">
                <a16:creationId xmlns:a16="http://schemas.microsoft.com/office/drawing/2014/main" id="{2A8EDA10-DE77-C0D1-D8A5-4DC00B121C00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33563"/>
            <a:ext cx="1247775" cy="3511550"/>
            <a:chOff x="912" y="1155"/>
            <a:chExt cx="786" cy="2212"/>
          </a:xfrm>
        </p:grpSpPr>
        <p:sp>
          <p:nvSpPr>
            <p:cNvPr id="438340" name="Rectangle 68">
              <a:extLst>
                <a:ext uri="{FF2B5EF4-FFF2-40B4-BE49-F238E27FC236}">
                  <a16:creationId xmlns:a16="http://schemas.microsoft.com/office/drawing/2014/main" id="{6AD3CC82-FE9D-15DC-882D-1A8BF5C11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" y="2580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1" name="Rectangle 69">
              <a:extLst>
                <a:ext uri="{FF2B5EF4-FFF2-40B4-BE49-F238E27FC236}">
                  <a16:creationId xmlns:a16="http://schemas.microsoft.com/office/drawing/2014/main" id="{14191AB1-8A31-8F92-C1E6-733B10F4D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838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2" name="Rectangle 70">
              <a:extLst>
                <a:ext uri="{FF2B5EF4-FFF2-40B4-BE49-F238E27FC236}">
                  <a16:creationId xmlns:a16="http://schemas.microsoft.com/office/drawing/2014/main" id="{428EDD5E-1F5C-1BB7-7490-0F8917FB4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2900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3" name="Rectangle 71">
              <a:extLst>
                <a:ext uri="{FF2B5EF4-FFF2-40B4-BE49-F238E27FC236}">
                  <a16:creationId xmlns:a16="http://schemas.microsoft.com/office/drawing/2014/main" id="{13327775-0033-0C37-DAF6-FF6FEBBD5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1902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4" name="Rectangle 72">
              <a:extLst>
                <a:ext uri="{FF2B5EF4-FFF2-40B4-BE49-F238E27FC236}">
                  <a16:creationId xmlns:a16="http://schemas.microsoft.com/office/drawing/2014/main" id="{E6A746BC-6736-DED9-7EE3-20EF93F7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1155"/>
              <a:ext cx="236" cy="22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5" name="Rectangle 73">
              <a:extLst>
                <a:ext uri="{FF2B5EF4-FFF2-40B4-BE49-F238E27FC236}">
                  <a16:creationId xmlns:a16="http://schemas.microsoft.com/office/drawing/2014/main" id="{1A05BB37-EDBE-C465-E7E8-D3D449EB4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1474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6" name="Rectangle 74">
              <a:extLst>
                <a:ext uri="{FF2B5EF4-FFF2-40B4-BE49-F238E27FC236}">
                  <a16:creationId xmlns:a16="http://schemas.microsoft.com/office/drawing/2014/main" id="{4AC5C639-9821-9F83-D553-B84F11EFC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1870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7" name="Rectangle 75">
              <a:extLst>
                <a:ext uri="{FF2B5EF4-FFF2-40B4-BE49-F238E27FC236}">
                  <a16:creationId xmlns:a16="http://schemas.microsoft.com/office/drawing/2014/main" id="{5B4769F7-E0C0-D9DC-317C-0EF9322D8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" y="116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8" name="Rectangle 76">
              <a:extLst>
                <a:ext uri="{FF2B5EF4-FFF2-40B4-BE49-F238E27FC236}">
                  <a16:creationId xmlns:a16="http://schemas.microsoft.com/office/drawing/2014/main" id="{23E2CC5A-3EED-641C-FAFC-D2FFF8E52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18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49" name="Rectangle 77">
              <a:extLst>
                <a:ext uri="{FF2B5EF4-FFF2-40B4-BE49-F238E27FC236}">
                  <a16:creationId xmlns:a16="http://schemas.microsoft.com/office/drawing/2014/main" id="{9E09148D-F91B-11E4-A6AA-BAD5E3317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" y="3293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50" name="Rectangle 78">
              <a:extLst>
                <a:ext uri="{FF2B5EF4-FFF2-40B4-BE49-F238E27FC236}">
                  <a16:creationId xmlns:a16="http://schemas.microsoft.com/office/drawing/2014/main" id="{A308E973-9E27-A130-E588-077818855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262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51" name="Rectangle 79">
              <a:extLst>
                <a:ext uri="{FF2B5EF4-FFF2-40B4-BE49-F238E27FC236}">
                  <a16:creationId xmlns:a16="http://schemas.microsoft.com/office/drawing/2014/main" id="{5C5BE4E7-D2EC-9D71-FF0D-32FCE23A9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" y="1620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52" name="Rectangle 80">
              <a:extLst>
                <a:ext uri="{FF2B5EF4-FFF2-40B4-BE49-F238E27FC236}">
                  <a16:creationId xmlns:a16="http://schemas.microsoft.com/office/drawing/2014/main" id="{7995B451-F821-376E-700E-87B16DA95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1376"/>
              <a:ext cx="138" cy="130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53" name="Rectangle 81">
              <a:extLst>
                <a:ext uri="{FF2B5EF4-FFF2-40B4-BE49-F238E27FC236}">
                  <a16:creationId xmlns:a16="http://schemas.microsoft.com/office/drawing/2014/main" id="{2C145DE6-FF6C-A7BB-DB9D-6792D0D96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2279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438354" name="Rectangle 82">
              <a:extLst>
                <a:ext uri="{FF2B5EF4-FFF2-40B4-BE49-F238E27FC236}">
                  <a16:creationId xmlns:a16="http://schemas.microsoft.com/office/drawing/2014/main" id="{91AB039B-BF26-5E36-F73A-D6CCE6EF1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" y="2634"/>
              <a:ext cx="90" cy="74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12699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FFFF"/>
              </a:extrusionClr>
              <a:contourClr>
                <a:srgbClr val="00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3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>
            <a:extLst>
              <a:ext uri="{FF2B5EF4-FFF2-40B4-BE49-F238E27FC236}">
                <a16:creationId xmlns:a16="http://schemas.microsoft.com/office/drawing/2014/main" id="{C19221F9-1EC3-30B6-E5C3-D721EAB37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Enterprise Intelligence</a:t>
            </a:r>
            <a:endParaRPr lang="en-GB" altLang="nl-NL"/>
          </a:p>
        </p:txBody>
      </p:sp>
      <p:sp>
        <p:nvSpPr>
          <p:cNvPr id="439307" name="AutoShape 11">
            <a:extLst>
              <a:ext uri="{FF2B5EF4-FFF2-40B4-BE49-F238E27FC236}">
                <a16:creationId xmlns:a16="http://schemas.microsoft.com/office/drawing/2014/main" id="{245EC6CA-0486-B19F-FACD-BCEFB221E12C}"/>
              </a:ext>
            </a:extLst>
          </p:cNvPr>
          <p:cNvSpPr>
            <a:spLocks noChangeArrowheads="1"/>
          </p:cNvSpPr>
          <p:nvPr/>
        </p:nvSpPr>
        <p:spPr bwMode="auto">
          <a:xfrm rot="2716935">
            <a:off x="1130300" y="3532188"/>
            <a:ext cx="990600" cy="457200"/>
          </a:xfrm>
          <a:prstGeom prst="leftRightArrow">
            <a:avLst>
              <a:gd name="adj1" fmla="val 50000"/>
              <a:gd name="adj2" fmla="val 43333"/>
            </a:avLst>
          </a:prstGeom>
          <a:solidFill>
            <a:srgbClr val="FFB265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FFB265"/>
            </a:extrusionClr>
            <a:contourClr>
              <a:srgbClr val="FFB265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08" name="AutoShape 12">
            <a:extLst>
              <a:ext uri="{FF2B5EF4-FFF2-40B4-BE49-F238E27FC236}">
                <a16:creationId xmlns:a16="http://schemas.microsoft.com/office/drawing/2014/main" id="{C7A39B04-6146-44E0-C943-43DC8CE586C6}"/>
              </a:ext>
            </a:extLst>
          </p:cNvPr>
          <p:cNvSpPr>
            <a:spLocks noChangeArrowheads="1"/>
          </p:cNvSpPr>
          <p:nvPr/>
        </p:nvSpPr>
        <p:spPr bwMode="auto">
          <a:xfrm rot="4064940">
            <a:off x="2516188" y="3451225"/>
            <a:ext cx="838200" cy="457200"/>
          </a:xfrm>
          <a:prstGeom prst="leftRightArrow">
            <a:avLst>
              <a:gd name="adj1" fmla="val 50000"/>
              <a:gd name="adj2" fmla="val 36667"/>
            </a:avLst>
          </a:prstGeom>
          <a:solidFill>
            <a:srgbClr val="FFB265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FFB265"/>
            </a:extrusionClr>
            <a:contourClr>
              <a:srgbClr val="FFB265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09" name="AutoShape 13">
            <a:extLst>
              <a:ext uri="{FF2B5EF4-FFF2-40B4-BE49-F238E27FC236}">
                <a16:creationId xmlns:a16="http://schemas.microsoft.com/office/drawing/2014/main" id="{D35267E4-F2AF-3578-4514-B2B994D739B6}"/>
              </a:ext>
            </a:extLst>
          </p:cNvPr>
          <p:cNvSpPr>
            <a:spLocks noChangeArrowheads="1"/>
          </p:cNvSpPr>
          <p:nvPr/>
        </p:nvSpPr>
        <p:spPr bwMode="auto">
          <a:xfrm rot="5298622">
            <a:off x="4144963" y="3459163"/>
            <a:ext cx="774700" cy="381000"/>
          </a:xfrm>
          <a:prstGeom prst="leftRightArrow">
            <a:avLst>
              <a:gd name="adj1" fmla="val 50000"/>
              <a:gd name="adj2" fmla="val 40667"/>
            </a:avLst>
          </a:prstGeom>
          <a:solidFill>
            <a:srgbClr val="FFB265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FFB265"/>
            </a:extrusionClr>
            <a:contourClr>
              <a:srgbClr val="FFB265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1" name="AutoShape 15">
            <a:extLst>
              <a:ext uri="{FF2B5EF4-FFF2-40B4-BE49-F238E27FC236}">
                <a16:creationId xmlns:a16="http://schemas.microsoft.com/office/drawing/2014/main" id="{3EB5A01C-1464-2E20-B042-990FBD829805}"/>
              </a:ext>
            </a:extLst>
          </p:cNvPr>
          <p:cNvSpPr>
            <a:spLocks noChangeArrowheads="1"/>
          </p:cNvSpPr>
          <p:nvPr/>
        </p:nvSpPr>
        <p:spPr bwMode="auto">
          <a:xfrm rot="-13568872">
            <a:off x="6956425" y="3482975"/>
            <a:ext cx="1066800" cy="457200"/>
          </a:xfrm>
          <a:prstGeom prst="leftRightArrow">
            <a:avLst>
              <a:gd name="adj1" fmla="val 50000"/>
              <a:gd name="adj2" fmla="val 46667"/>
            </a:avLst>
          </a:prstGeom>
          <a:solidFill>
            <a:srgbClr val="FFB265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FFB265"/>
            </a:extrusionClr>
            <a:contourClr>
              <a:srgbClr val="FFB265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3" name="AutoShape 17">
            <a:extLst>
              <a:ext uri="{FF2B5EF4-FFF2-40B4-BE49-F238E27FC236}">
                <a16:creationId xmlns:a16="http://schemas.microsoft.com/office/drawing/2014/main" id="{0C8D6E0C-CE79-1B43-5A78-E932651EB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114800"/>
            <a:ext cx="5867400" cy="1828800"/>
          </a:xfrm>
          <a:prstGeom prst="can">
            <a:avLst>
              <a:gd name="adj" fmla="val 25000"/>
            </a:avLst>
          </a:prstGeom>
          <a:solidFill>
            <a:srgbClr val="EF8114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lang="nl-NL" altLang="nl-NL">
                <a:latin typeface="Arial" panose="020B0604020202020204" pitchFamily="34" charset="0"/>
              </a:rPr>
              <a:t>XML verrijkte objecten</a:t>
            </a:r>
          </a:p>
        </p:txBody>
      </p:sp>
      <p:sp>
        <p:nvSpPr>
          <p:cNvPr id="439314" name="AutoShape 18">
            <a:extLst>
              <a:ext uri="{FF2B5EF4-FFF2-40B4-BE49-F238E27FC236}">
                <a16:creationId xmlns:a16="http://schemas.microsoft.com/office/drawing/2014/main" id="{86879ED3-0926-506E-150B-871D77A9C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6482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5" name="AutoShape 19">
            <a:extLst>
              <a:ext uri="{FF2B5EF4-FFF2-40B4-BE49-F238E27FC236}">
                <a16:creationId xmlns:a16="http://schemas.microsoft.com/office/drawing/2014/main" id="{547C1B37-75C2-3E55-763C-626E31ED6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34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6" name="AutoShape 20">
            <a:extLst>
              <a:ext uri="{FF2B5EF4-FFF2-40B4-BE49-F238E27FC236}">
                <a16:creationId xmlns:a16="http://schemas.microsoft.com/office/drawing/2014/main" id="{CFAD5717-4162-3A02-2FDC-181F059FD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10200"/>
            <a:ext cx="436563" cy="411163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7" name="AutoShape 21">
            <a:extLst>
              <a:ext uri="{FF2B5EF4-FFF2-40B4-BE49-F238E27FC236}">
                <a16:creationId xmlns:a16="http://schemas.microsoft.com/office/drawing/2014/main" id="{6AB5020A-EE2C-9EFE-1BE0-00B5FA0B7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88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8" name="AutoShape 22">
            <a:extLst>
              <a:ext uri="{FF2B5EF4-FFF2-40B4-BE49-F238E27FC236}">
                <a16:creationId xmlns:a16="http://schemas.microsoft.com/office/drawing/2014/main" id="{62F47547-2028-BF4F-51A2-5B8FDD8E9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6388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9" name="AutoShape 23">
            <a:extLst>
              <a:ext uri="{FF2B5EF4-FFF2-40B4-BE49-F238E27FC236}">
                <a16:creationId xmlns:a16="http://schemas.microsoft.com/office/drawing/2014/main" id="{B9091A85-4C13-8936-25D1-3D4ECFC47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3434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0" name="AutoShape 24">
            <a:extLst>
              <a:ext uri="{FF2B5EF4-FFF2-40B4-BE49-F238E27FC236}">
                <a16:creationId xmlns:a16="http://schemas.microsoft.com/office/drawing/2014/main" id="{327AB81A-A383-275A-791A-F1D840E9B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5626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1" name="AutoShape 25">
            <a:extLst>
              <a:ext uri="{FF2B5EF4-FFF2-40B4-BE49-F238E27FC236}">
                <a16:creationId xmlns:a16="http://schemas.microsoft.com/office/drawing/2014/main" id="{E66DAA94-A56E-029C-C095-8BD89493D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006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2" name="AutoShape 26">
            <a:extLst>
              <a:ext uri="{FF2B5EF4-FFF2-40B4-BE49-F238E27FC236}">
                <a16:creationId xmlns:a16="http://schemas.microsoft.com/office/drawing/2014/main" id="{59BBE6BA-EFEE-CE1A-E99B-1EF476BB6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7244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3" name="AutoShape 27">
            <a:extLst>
              <a:ext uri="{FF2B5EF4-FFF2-40B4-BE49-F238E27FC236}">
                <a16:creationId xmlns:a16="http://schemas.microsoft.com/office/drawing/2014/main" id="{9B4D4BB5-499B-111B-D467-8528E7F67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864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4" name="AutoShape 28">
            <a:extLst>
              <a:ext uri="{FF2B5EF4-FFF2-40B4-BE49-F238E27FC236}">
                <a16:creationId xmlns:a16="http://schemas.microsoft.com/office/drawing/2014/main" id="{304C593E-336B-6492-44C0-F96DDBA0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2672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5" name="AutoShape 29">
            <a:extLst>
              <a:ext uri="{FF2B5EF4-FFF2-40B4-BE49-F238E27FC236}">
                <a16:creationId xmlns:a16="http://schemas.microsoft.com/office/drawing/2014/main" id="{ACE7898E-0B11-940D-26FD-93459C56C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95800"/>
            <a:ext cx="436563" cy="411163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6" name="AutoShape 30">
            <a:extLst>
              <a:ext uri="{FF2B5EF4-FFF2-40B4-BE49-F238E27FC236}">
                <a16:creationId xmlns:a16="http://schemas.microsoft.com/office/drawing/2014/main" id="{E21AEC09-F852-23F7-5157-B85BE309B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40200"/>
            <a:ext cx="436563" cy="411163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7" name="AutoShape 31">
            <a:extLst>
              <a:ext uri="{FF2B5EF4-FFF2-40B4-BE49-F238E27FC236}">
                <a16:creationId xmlns:a16="http://schemas.microsoft.com/office/drawing/2014/main" id="{37F01642-793A-53E1-3A4D-FC1B69207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8768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8" name="AutoShape 32">
            <a:extLst>
              <a:ext uri="{FF2B5EF4-FFF2-40B4-BE49-F238E27FC236}">
                <a16:creationId xmlns:a16="http://schemas.microsoft.com/office/drawing/2014/main" id="{25F6A4FF-F3E9-A588-AD5E-3A23F1BD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575" y="508635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29" name="AutoShape 33">
            <a:extLst>
              <a:ext uri="{FF2B5EF4-FFF2-40B4-BE49-F238E27FC236}">
                <a16:creationId xmlns:a16="http://schemas.microsoft.com/office/drawing/2014/main" id="{E84C2DFE-D33F-1317-B973-BC3CE08E4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638800"/>
            <a:ext cx="153988" cy="153988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0" name="AutoShape 34">
            <a:extLst>
              <a:ext uri="{FF2B5EF4-FFF2-40B4-BE49-F238E27FC236}">
                <a16:creationId xmlns:a16="http://schemas.microsoft.com/office/drawing/2014/main" id="{2FA50D68-48D3-7277-987D-00CA73B8B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529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1" name="AutoShape 35">
            <a:extLst>
              <a:ext uri="{FF2B5EF4-FFF2-40B4-BE49-F238E27FC236}">
                <a16:creationId xmlns:a16="http://schemas.microsoft.com/office/drawing/2014/main" id="{D55499CC-D7A7-7CA7-48D7-F38554239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1054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2" name="AutoShape 36">
            <a:extLst>
              <a:ext uri="{FF2B5EF4-FFF2-40B4-BE49-F238E27FC236}">
                <a16:creationId xmlns:a16="http://schemas.microsoft.com/office/drawing/2014/main" id="{9B68DEFB-57EA-4B86-5906-851E4356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67200"/>
            <a:ext cx="269875" cy="244475"/>
          </a:xfrm>
          <a:prstGeom prst="triangle">
            <a:avLst>
              <a:gd name="adj" fmla="val 50000"/>
            </a:avLst>
          </a:prstGeom>
          <a:solidFill>
            <a:srgbClr val="EF8114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EF8114"/>
            </a:extrusionClr>
            <a:contourClr>
              <a:srgbClr val="EF8114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3" name="Oval 37">
            <a:extLst>
              <a:ext uri="{FF2B5EF4-FFF2-40B4-BE49-F238E27FC236}">
                <a16:creationId xmlns:a16="http://schemas.microsoft.com/office/drawing/2014/main" id="{EAB54B61-A274-4096-D459-06AFBA695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191000"/>
            <a:ext cx="295275" cy="2714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4" name="Oval 38">
            <a:extLst>
              <a:ext uri="{FF2B5EF4-FFF2-40B4-BE49-F238E27FC236}">
                <a16:creationId xmlns:a16="http://schemas.microsoft.com/office/drawing/2014/main" id="{DB121420-4953-B237-D195-0B61F9711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4478338"/>
            <a:ext cx="166687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5" name="Oval 39">
            <a:extLst>
              <a:ext uri="{FF2B5EF4-FFF2-40B4-BE49-F238E27FC236}">
                <a16:creationId xmlns:a16="http://schemas.microsoft.com/office/drawing/2014/main" id="{C03CF414-D3F1-76A6-5A98-04F8248B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34000"/>
            <a:ext cx="373063" cy="3730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6" name="Oval 40">
            <a:extLst>
              <a:ext uri="{FF2B5EF4-FFF2-40B4-BE49-F238E27FC236}">
                <a16:creationId xmlns:a16="http://schemas.microsoft.com/office/drawing/2014/main" id="{FA57F360-3A90-1BDA-7420-90C267326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257800"/>
            <a:ext cx="373063" cy="3730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7" name="Oval 41">
            <a:extLst>
              <a:ext uri="{FF2B5EF4-FFF2-40B4-BE49-F238E27FC236}">
                <a16:creationId xmlns:a16="http://schemas.microsoft.com/office/drawing/2014/main" id="{B2AC0F95-FD07-E108-2A02-2101A5946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373063" cy="3730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8" name="Oval 42">
            <a:extLst>
              <a:ext uri="{FF2B5EF4-FFF2-40B4-BE49-F238E27FC236}">
                <a16:creationId xmlns:a16="http://schemas.microsoft.com/office/drawing/2014/main" id="{B95A0F01-C664-24BD-836D-FC4C9DDD9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4695825"/>
            <a:ext cx="166688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39" name="Oval 43">
            <a:extLst>
              <a:ext uri="{FF2B5EF4-FFF2-40B4-BE49-F238E27FC236}">
                <a16:creationId xmlns:a16="http://schemas.microsoft.com/office/drawing/2014/main" id="{810AD780-15B4-BDFD-5376-8D0F187B7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191000"/>
            <a:ext cx="166688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0" name="Oval 44">
            <a:extLst>
              <a:ext uri="{FF2B5EF4-FFF2-40B4-BE49-F238E27FC236}">
                <a16:creationId xmlns:a16="http://schemas.microsoft.com/office/drawing/2014/main" id="{D60A52B4-5ADE-2645-3ADA-EFB44B664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638800"/>
            <a:ext cx="166688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1" name="Oval 45">
            <a:extLst>
              <a:ext uri="{FF2B5EF4-FFF2-40B4-BE49-F238E27FC236}">
                <a16:creationId xmlns:a16="http://schemas.microsoft.com/office/drawing/2014/main" id="{90192E5F-BF8C-5C87-6030-31143EC23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166688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2" name="Oval 46">
            <a:extLst>
              <a:ext uri="{FF2B5EF4-FFF2-40B4-BE49-F238E27FC236}">
                <a16:creationId xmlns:a16="http://schemas.microsoft.com/office/drawing/2014/main" id="{E475087F-0AA8-0C72-88AE-03485E511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4213" y="5240338"/>
            <a:ext cx="166687" cy="180975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3" name="Oval 47">
            <a:extLst>
              <a:ext uri="{FF2B5EF4-FFF2-40B4-BE49-F238E27FC236}">
                <a16:creationId xmlns:a16="http://schemas.microsoft.com/office/drawing/2014/main" id="{F12F0B41-E84B-6AE4-1F04-C91CA77E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295275" cy="2714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4" name="Oval 48">
            <a:extLst>
              <a:ext uri="{FF2B5EF4-FFF2-40B4-BE49-F238E27FC236}">
                <a16:creationId xmlns:a16="http://schemas.microsoft.com/office/drawing/2014/main" id="{2E861409-23FE-8E0C-710B-148A0D8F3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267200"/>
            <a:ext cx="295275" cy="2714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5" name="Oval 49">
            <a:extLst>
              <a:ext uri="{FF2B5EF4-FFF2-40B4-BE49-F238E27FC236}">
                <a16:creationId xmlns:a16="http://schemas.microsoft.com/office/drawing/2014/main" id="{BB82AF9B-3EA1-19C8-F1A2-96D326D92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48200"/>
            <a:ext cx="295275" cy="271463"/>
          </a:xfrm>
          <a:prstGeom prst="ellipse">
            <a:avLst/>
          </a:prstGeom>
          <a:solidFill>
            <a:srgbClr val="FFFF99">
              <a:alpha val="50000"/>
            </a:srgbClr>
          </a:solidFill>
          <a:ln w="12699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6" name="AutoShape 50">
            <a:extLst>
              <a:ext uri="{FF2B5EF4-FFF2-40B4-BE49-F238E27FC236}">
                <a16:creationId xmlns:a16="http://schemas.microsoft.com/office/drawing/2014/main" id="{0679BD56-5E56-A894-CD5A-521146285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4610100"/>
            <a:ext cx="269875" cy="257175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7" name="AutoShape 51">
            <a:extLst>
              <a:ext uri="{FF2B5EF4-FFF2-40B4-BE49-F238E27FC236}">
                <a16:creationId xmlns:a16="http://schemas.microsoft.com/office/drawing/2014/main" id="{4F5675FE-1DE1-5E9E-97E5-EE019AB24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953000"/>
            <a:ext cx="153988" cy="127000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8" name="AutoShape 52">
            <a:extLst>
              <a:ext uri="{FF2B5EF4-FFF2-40B4-BE49-F238E27FC236}">
                <a16:creationId xmlns:a16="http://schemas.microsoft.com/office/drawing/2014/main" id="{95DF0C6D-3439-3E11-4DD9-566037968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10200"/>
            <a:ext cx="347663" cy="360363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49" name="AutoShape 53">
            <a:extLst>
              <a:ext uri="{FF2B5EF4-FFF2-40B4-BE49-F238E27FC236}">
                <a16:creationId xmlns:a16="http://schemas.microsoft.com/office/drawing/2014/main" id="{7B7D5544-2FAA-E5BB-F79B-AD115E79E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347663" cy="360363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0" name="AutoShape 54">
            <a:extLst>
              <a:ext uri="{FF2B5EF4-FFF2-40B4-BE49-F238E27FC236}">
                <a16:creationId xmlns:a16="http://schemas.microsoft.com/office/drawing/2014/main" id="{4D61522E-CC24-3ECD-E75C-3D211223D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181600"/>
            <a:ext cx="347663" cy="360363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1" name="AutoShape 55">
            <a:extLst>
              <a:ext uri="{FF2B5EF4-FFF2-40B4-BE49-F238E27FC236}">
                <a16:creationId xmlns:a16="http://schemas.microsoft.com/office/drawing/2014/main" id="{447811C1-E81E-6084-BD59-901A7EA38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48200"/>
            <a:ext cx="269875" cy="257175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2" name="AutoShape 56">
            <a:extLst>
              <a:ext uri="{FF2B5EF4-FFF2-40B4-BE49-F238E27FC236}">
                <a16:creationId xmlns:a16="http://schemas.microsoft.com/office/drawing/2014/main" id="{6A4891FE-FA90-E0AD-CF60-68F15569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638800"/>
            <a:ext cx="269875" cy="257175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3" name="AutoShape 57">
            <a:extLst>
              <a:ext uri="{FF2B5EF4-FFF2-40B4-BE49-F238E27FC236}">
                <a16:creationId xmlns:a16="http://schemas.microsoft.com/office/drawing/2014/main" id="{6E0298DA-752E-4970-E42F-426249020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410200"/>
            <a:ext cx="269875" cy="257175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4" name="AutoShape 58">
            <a:extLst>
              <a:ext uri="{FF2B5EF4-FFF2-40B4-BE49-F238E27FC236}">
                <a16:creationId xmlns:a16="http://schemas.microsoft.com/office/drawing/2014/main" id="{AF06A0AF-D410-244F-0F48-AF2CA2702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24400"/>
            <a:ext cx="153988" cy="127000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5" name="AutoShape 59">
            <a:extLst>
              <a:ext uri="{FF2B5EF4-FFF2-40B4-BE49-F238E27FC236}">
                <a16:creationId xmlns:a16="http://schemas.microsoft.com/office/drawing/2014/main" id="{FF1B8327-E04E-3305-7A46-9762A0C22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57800"/>
            <a:ext cx="153988" cy="127000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6" name="AutoShape 60">
            <a:extLst>
              <a:ext uri="{FF2B5EF4-FFF2-40B4-BE49-F238E27FC236}">
                <a16:creationId xmlns:a16="http://schemas.microsoft.com/office/drawing/2014/main" id="{9E2B37B5-F66A-D8D7-2A84-90C77F418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4691063"/>
            <a:ext cx="153987" cy="127000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7" name="AutoShape 61">
            <a:extLst>
              <a:ext uri="{FF2B5EF4-FFF2-40B4-BE49-F238E27FC236}">
                <a16:creationId xmlns:a16="http://schemas.microsoft.com/office/drawing/2014/main" id="{10E0C3B2-1FBB-4BA2-2B58-DD87A5AC8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257800"/>
            <a:ext cx="153988" cy="127000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8" name="AutoShape 62">
            <a:extLst>
              <a:ext uri="{FF2B5EF4-FFF2-40B4-BE49-F238E27FC236}">
                <a16:creationId xmlns:a16="http://schemas.microsoft.com/office/drawing/2014/main" id="{C579846C-8FC1-27B2-7253-D8DE4622A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410200"/>
            <a:ext cx="153988" cy="127000"/>
          </a:xfrm>
          <a:prstGeom prst="diamond">
            <a:avLst/>
          </a:prstGeom>
          <a:solidFill>
            <a:srgbClr val="FC007E"/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59" name="AutoShape 63">
            <a:extLst>
              <a:ext uri="{FF2B5EF4-FFF2-40B4-BE49-F238E27FC236}">
                <a16:creationId xmlns:a16="http://schemas.microsoft.com/office/drawing/2014/main" id="{6A073229-1F9D-B38A-A825-9ECDD72B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72000"/>
            <a:ext cx="269875" cy="257175"/>
          </a:xfrm>
          <a:prstGeom prst="diamond">
            <a:avLst/>
          </a:prstGeom>
          <a:solidFill>
            <a:srgbClr val="FC007E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FC007E"/>
            </a:extrusionClr>
            <a:contourClr>
              <a:srgbClr val="FC007E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0" name="Rectangle 64">
            <a:extLst>
              <a:ext uri="{FF2B5EF4-FFF2-40B4-BE49-F238E27FC236}">
                <a16:creationId xmlns:a16="http://schemas.microsoft.com/office/drawing/2014/main" id="{516E8F85-2ADE-16E7-DCBF-A6B16C82D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267200"/>
            <a:ext cx="219075" cy="2063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1" name="Rectangle 65">
            <a:extLst>
              <a:ext uri="{FF2B5EF4-FFF2-40B4-BE49-F238E27FC236}">
                <a16:creationId xmlns:a16="http://schemas.microsoft.com/office/drawing/2014/main" id="{0CADD67F-F9C0-EE13-FAFF-3DFE0FEAB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768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2" name="Rectangle 66">
            <a:extLst>
              <a:ext uri="{FF2B5EF4-FFF2-40B4-BE49-F238E27FC236}">
                <a16:creationId xmlns:a16="http://schemas.microsoft.com/office/drawing/2014/main" id="{E42EE112-9635-3A3C-1EF6-A2555010A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4603750"/>
            <a:ext cx="374650" cy="349250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3" name="Rectangle 67">
            <a:extLst>
              <a:ext uri="{FF2B5EF4-FFF2-40B4-BE49-F238E27FC236}">
                <a16:creationId xmlns:a16="http://schemas.microsoft.com/office/drawing/2014/main" id="{E09511B0-1388-83E4-051F-EAEF6031F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562600"/>
            <a:ext cx="374650" cy="349250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4" name="Rectangle 68">
            <a:extLst>
              <a:ext uri="{FF2B5EF4-FFF2-40B4-BE49-F238E27FC236}">
                <a16:creationId xmlns:a16="http://schemas.microsoft.com/office/drawing/2014/main" id="{B16A70D2-88C9-F47E-8F7F-E3D72F12F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76800"/>
            <a:ext cx="374650" cy="349250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5" name="Rectangle 69">
            <a:extLst>
              <a:ext uri="{FF2B5EF4-FFF2-40B4-BE49-F238E27FC236}">
                <a16:creationId xmlns:a16="http://schemas.microsoft.com/office/drawing/2014/main" id="{50D6FC5D-0E50-90DA-18F5-8602A619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6388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6" name="Rectangle 70">
            <a:extLst>
              <a:ext uri="{FF2B5EF4-FFF2-40B4-BE49-F238E27FC236}">
                <a16:creationId xmlns:a16="http://schemas.microsoft.com/office/drawing/2014/main" id="{AA7CC156-F16A-9F32-2478-AC92238A4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6388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7" name="Rectangle 71">
            <a:extLst>
              <a:ext uri="{FF2B5EF4-FFF2-40B4-BE49-F238E27FC236}">
                <a16:creationId xmlns:a16="http://schemas.microsoft.com/office/drawing/2014/main" id="{08DB2ECE-65DD-A2FA-BEE6-BF05BB0C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5626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8" name="Rectangle 72">
            <a:extLst>
              <a:ext uri="{FF2B5EF4-FFF2-40B4-BE49-F238E27FC236}">
                <a16:creationId xmlns:a16="http://schemas.microsoft.com/office/drawing/2014/main" id="{E23BB9D9-4BEF-9533-947C-8286A8AE6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69" name="Rectangle 73">
            <a:extLst>
              <a:ext uri="{FF2B5EF4-FFF2-40B4-BE49-F238E27FC236}">
                <a16:creationId xmlns:a16="http://schemas.microsoft.com/office/drawing/2014/main" id="{BA729915-AB1F-880B-52A8-97B312FFE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6388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70" name="Rectangle 74">
            <a:extLst>
              <a:ext uri="{FF2B5EF4-FFF2-40B4-BE49-F238E27FC236}">
                <a16:creationId xmlns:a16="http://schemas.microsoft.com/office/drawing/2014/main" id="{AB39DB98-C317-1F32-0B20-B1198F5B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724400"/>
            <a:ext cx="219075" cy="2063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71" name="Rectangle 75">
            <a:extLst>
              <a:ext uri="{FF2B5EF4-FFF2-40B4-BE49-F238E27FC236}">
                <a16:creationId xmlns:a16="http://schemas.microsoft.com/office/drawing/2014/main" id="{BBFFFF30-F24C-FAC2-9822-70E2C1511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486400"/>
            <a:ext cx="219075" cy="2063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72" name="Rectangle 76">
            <a:extLst>
              <a:ext uri="{FF2B5EF4-FFF2-40B4-BE49-F238E27FC236}">
                <a16:creationId xmlns:a16="http://schemas.microsoft.com/office/drawing/2014/main" id="{3348916E-9D17-AE61-B2A2-622BFCDC2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00600"/>
            <a:ext cx="219075" cy="2063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73" name="Rectangle 77">
            <a:extLst>
              <a:ext uri="{FF2B5EF4-FFF2-40B4-BE49-F238E27FC236}">
                <a16:creationId xmlns:a16="http://schemas.microsoft.com/office/drawing/2014/main" id="{02939D10-D607-8754-2B78-5CA87FF1D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3434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74" name="Rectangle 78">
            <a:extLst>
              <a:ext uri="{FF2B5EF4-FFF2-40B4-BE49-F238E27FC236}">
                <a16:creationId xmlns:a16="http://schemas.microsoft.com/office/drawing/2014/main" id="{648CA87D-9D8B-6F9F-B86F-2B85120AF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495800"/>
            <a:ext cx="142875" cy="117475"/>
          </a:xfrm>
          <a:prstGeom prst="rect">
            <a:avLst/>
          </a:prstGeom>
          <a:solidFill>
            <a:srgbClr val="66FFFF">
              <a:alpha val="50000"/>
            </a:srgbClr>
          </a:solidFill>
          <a:ln w="12699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25400" prstMaterial="legacyMatte">
            <a:bevelT w="13500" h="13500" prst="angle"/>
            <a:bevelB w="13500" h="13500" prst="angle"/>
            <a:extrusionClr>
              <a:srgbClr val="66FFFF"/>
            </a:extrusionClr>
            <a:contourClr>
              <a:srgbClr val="66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sp>
        <p:nvSpPr>
          <p:cNvPr id="439310" name="AutoShape 14">
            <a:extLst>
              <a:ext uri="{FF2B5EF4-FFF2-40B4-BE49-F238E27FC236}">
                <a16:creationId xmlns:a16="http://schemas.microsoft.com/office/drawing/2014/main" id="{CAA11587-CE7C-DE18-DA33-F5EADD35455F}"/>
              </a:ext>
            </a:extLst>
          </p:cNvPr>
          <p:cNvSpPr>
            <a:spLocks noChangeArrowheads="1"/>
          </p:cNvSpPr>
          <p:nvPr/>
        </p:nvSpPr>
        <p:spPr bwMode="auto">
          <a:xfrm rot="6425382">
            <a:off x="5878513" y="3430588"/>
            <a:ext cx="762000" cy="4572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rgbClr val="FFB265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FFB265"/>
            </a:extrusionClr>
            <a:contourClr>
              <a:srgbClr val="FFB265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nl-NL"/>
          </a:p>
        </p:txBody>
      </p:sp>
      <p:grpSp>
        <p:nvGrpSpPr>
          <p:cNvPr id="439387" name="Group 91">
            <a:extLst>
              <a:ext uri="{FF2B5EF4-FFF2-40B4-BE49-F238E27FC236}">
                <a16:creationId xmlns:a16="http://schemas.microsoft.com/office/drawing/2014/main" id="{05FAE217-6238-D024-33CB-2885EB04ACC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514600"/>
            <a:ext cx="8801100" cy="685800"/>
            <a:chOff x="96" y="1584"/>
            <a:chExt cx="5544" cy="432"/>
          </a:xfrm>
        </p:grpSpPr>
        <p:sp>
          <p:nvSpPr>
            <p:cNvPr id="439388" name="Rectangle 92">
              <a:extLst>
                <a:ext uri="{FF2B5EF4-FFF2-40B4-BE49-F238E27FC236}">
                  <a16:creationId xmlns:a16="http://schemas.microsoft.com/office/drawing/2014/main" id="{E4137C2D-83F5-6B7D-A7C6-0C2DD002F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Onderhoud</a:t>
              </a:r>
            </a:p>
          </p:txBody>
        </p:sp>
        <p:sp>
          <p:nvSpPr>
            <p:cNvPr id="439389" name="Rectangle 93">
              <a:extLst>
                <a:ext uri="{FF2B5EF4-FFF2-40B4-BE49-F238E27FC236}">
                  <a16:creationId xmlns:a16="http://schemas.microsoft.com/office/drawing/2014/main" id="{7193CCDA-FAE5-10BF-F072-5FAEC446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Verkoop &amp;</a:t>
              </a:r>
              <a:b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</a:br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Marketing</a:t>
              </a:r>
            </a:p>
          </p:txBody>
        </p:sp>
        <p:sp>
          <p:nvSpPr>
            <p:cNvPr id="439390" name="Rectangle 94">
              <a:extLst>
                <a:ext uri="{FF2B5EF4-FFF2-40B4-BE49-F238E27FC236}">
                  <a16:creationId xmlns:a16="http://schemas.microsoft.com/office/drawing/2014/main" id="{BB0A9D44-6C83-ABC9-4414-98065E7C2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Logistiek</a:t>
              </a:r>
              <a:endParaRPr lang="en-US" altLang="nl-NL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9391" name="Rectangle 95">
              <a:extLst>
                <a:ext uri="{FF2B5EF4-FFF2-40B4-BE49-F238E27FC236}">
                  <a16:creationId xmlns:a16="http://schemas.microsoft.com/office/drawing/2014/main" id="{E75955C7-8C72-B450-CC6A-A200FAE47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Productie</a:t>
              </a:r>
            </a:p>
          </p:txBody>
        </p:sp>
        <p:sp>
          <p:nvSpPr>
            <p:cNvPr id="439392" name="Rectangle 96">
              <a:extLst>
                <a:ext uri="{FF2B5EF4-FFF2-40B4-BE49-F238E27FC236}">
                  <a16:creationId xmlns:a16="http://schemas.microsoft.com/office/drawing/2014/main" id="{A25052DC-4575-64E3-C265-F139E1444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84"/>
              <a:ext cx="912" cy="432"/>
            </a:xfrm>
            <a:prstGeom prst="rect">
              <a:avLst/>
            </a:prstGeom>
            <a:solidFill>
              <a:srgbClr val="EF8114"/>
            </a:solidFill>
            <a:ln>
              <a:noFill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EF8114"/>
              </a:extrusionClr>
              <a:contourClr>
                <a:srgbClr val="EF8114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r>
                <a:rPr lang="en-US" altLang="nl-NL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Ontwikkeling</a:t>
              </a:r>
            </a:p>
          </p:txBody>
        </p:sp>
      </p:grpSp>
    </p:spTree>
  </p:cSld>
  <p:clrMapOvr>
    <a:masterClrMapping/>
  </p:clrMapOvr>
  <p:transition>
    <p:dissolv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>
            <a:extLst>
              <a:ext uri="{FF2B5EF4-FFF2-40B4-BE49-F238E27FC236}">
                <a16:creationId xmlns:a16="http://schemas.microsoft.com/office/drawing/2014/main" id="{FC8B07BD-8F7A-DC16-0D06-69AE8A53C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Content Enrichment &amp; Connection</a:t>
            </a:r>
            <a:endParaRPr lang="en-GB" altLang="nl-NL"/>
          </a:p>
        </p:txBody>
      </p:sp>
      <p:grpSp>
        <p:nvGrpSpPr>
          <p:cNvPr id="440568" name="Group 248">
            <a:extLst>
              <a:ext uri="{FF2B5EF4-FFF2-40B4-BE49-F238E27FC236}">
                <a16:creationId xmlns:a16="http://schemas.microsoft.com/office/drawing/2014/main" id="{AE6B1AC1-E50E-F5D2-7EE5-49F6DCAEB8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44775" y="1219200"/>
            <a:ext cx="3878263" cy="1747838"/>
            <a:chOff x="1488" y="649"/>
            <a:chExt cx="2712" cy="1223"/>
          </a:xfrm>
        </p:grpSpPr>
        <p:grpSp>
          <p:nvGrpSpPr>
            <p:cNvPr id="440325" name="Group 5">
              <a:extLst>
                <a:ext uri="{FF2B5EF4-FFF2-40B4-BE49-F238E27FC236}">
                  <a16:creationId xmlns:a16="http://schemas.microsoft.com/office/drawing/2014/main" id="{DCE2EC62-F05C-085B-FA3C-11AF964FBC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88" y="720"/>
              <a:ext cx="2712" cy="230"/>
              <a:chOff x="96" y="1584"/>
              <a:chExt cx="5544" cy="432"/>
            </a:xfrm>
          </p:grpSpPr>
          <p:sp>
            <p:nvSpPr>
              <p:cNvPr id="440326" name="Rectangle 6">
                <a:extLst>
                  <a:ext uri="{FF2B5EF4-FFF2-40B4-BE49-F238E27FC236}">
                    <a16:creationId xmlns:a16="http://schemas.microsoft.com/office/drawing/2014/main" id="{78A1A45A-6A87-623E-88E4-4B980C607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2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Maintenance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327" name="Rectangle 7">
                <a:extLst>
                  <a:ext uri="{FF2B5EF4-FFF2-40B4-BE49-F238E27FC236}">
                    <a16:creationId xmlns:a16="http://schemas.microsoft.com/office/drawing/2014/main" id="{6FA5E224-8642-5920-3ADD-9DA86936AC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84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Sales &amp;</a:t>
                </a:r>
                <a:br>
                  <a:rPr lang="en-US" altLang="nl-NL" sz="100" b="1">
                    <a:latin typeface="Arial" panose="020B0604020202020204" pitchFamily="34" charset="0"/>
                  </a:rPr>
                </a:br>
                <a:r>
                  <a:rPr lang="en-US" altLang="nl-NL" sz="100" b="1">
                    <a:latin typeface="Arial" panose="020B0604020202020204" pitchFamily="34" charset="0"/>
                  </a:rPr>
                  <a:t>Marketing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328" name="Rectangle 8">
                <a:extLst>
                  <a:ext uri="{FF2B5EF4-FFF2-40B4-BE49-F238E27FC236}">
                    <a16:creationId xmlns:a16="http://schemas.microsoft.com/office/drawing/2014/main" id="{E59A6105-52AA-5911-EA7C-55B3F8D51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0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Logistics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329" name="Rectangle 9">
                <a:extLst>
                  <a:ext uri="{FF2B5EF4-FFF2-40B4-BE49-F238E27FC236}">
                    <a16:creationId xmlns:a16="http://schemas.microsoft.com/office/drawing/2014/main" id="{9FEC44DC-7C51-C4D6-AC45-497703CE3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Production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330" name="Rectangle 10">
                <a:extLst>
                  <a:ext uri="{FF2B5EF4-FFF2-40B4-BE49-F238E27FC236}">
                    <a16:creationId xmlns:a16="http://schemas.microsoft.com/office/drawing/2014/main" id="{B0E337A7-8C31-F1D6-A0C5-BDB7390A98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Engineering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40332" name="Group 12">
              <a:extLst>
                <a:ext uri="{FF2B5EF4-FFF2-40B4-BE49-F238E27FC236}">
                  <a16:creationId xmlns:a16="http://schemas.microsoft.com/office/drawing/2014/main" id="{E7E2D5C4-FD60-3709-B3F8-CBDF7CBBF1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2" y="943"/>
              <a:ext cx="1947" cy="362"/>
              <a:chOff x="880" y="2002"/>
              <a:chExt cx="3982" cy="679"/>
            </a:xfrm>
          </p:grpSpPr>
          <p:sp>
            <p:nvSpPr>
              <p:cNvPr id="440333" name="AutoShape 13">
                <a:extLst>
                  <a:ext uri="{FF2B5EF4-FFF2-40B4-BE49-F238E27FC236}">
                    <a16:creationId xmlns:a16="http://schemas.microsoft.com/office/drawing/2014/main" id="{DBF258C3-F8BC-B88B-25A0-7D5B1CF11F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2716935">
                <a:off x="712" y="2225"/>
                <a:ext cx="624" cy="288"/>
              </a:xfrm>
              <a:prstGeom prst="leftRightArrow">
                <a:avLst>
                  <a:gd name="adj1" fmla="val 50000"/>
                  <a:gd name="adj2" fmla="val 43333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34" name="AutoShape 14">
                <a:extLst>
                  <a:ext uri="{FF2B5EF4-FFF2-40B4-BE49-F238E27FC236}">
                    <a16:creationId xmlns:a16="http://schemas.microsoft.com/office/drawing/2014/main" id="{B91F3767-354F-4B79-ECC1-80A3105046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4064940">
                <a:off x="1585" y="2174"/>
                <a:ext cx="528" cy="288"/>
              </a:xfrm>
              <a:prstGeom prst="leftRightArrow">
                <a:avLst>
                  <a:gd name="adj1" fmla="val 50000"/>
                  <a:gd name="adj2" fmla="val 3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35" name="AutoShape 15">
                <a:extLst>
                  <a:ext uri="{FF2B5EF4-FFF2-40B4-BE49-F238E27FC236}">
                    <a16:creationId xmlns:a16="http://schemas.microsoft.com/office/drawing/2014/main" id="{07A2E1D7-81A5-A58E-A8C9-221862F252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298622">
                <a:off x="2611" y="2179"/>
                <a:ext cx="488" cy="240"/>
              </a:xfrm>
              <a:prstGeom prst="leftRightArrow">
                <a:avLst>
                  <a:gd name="adj1" fmla="val 50000"/>
                  <a:gd name="adj2" fmla="val 40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36" name="AutoShape 16">
                <a:extLst>
                  <a:ext uri="{FF2B5EF4-FFF2-40B4-BE49-F238E27FC236}">
                    <a16:creationId xmlns:a16="http://schemas.microsoft.com/office/drawing/2014/main" id="{089204F0-15F0-54C6-4954-12CAB910E7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6425382">
                <a:off x="3672" y="2184"/>
                <a:ext cx="528" cy="288"/>
              </a:xfrm>
              <a:prstGeom prst="leftRightArrow">
                <a:avLst>
                  <a:gd name="adj1" fmla="val 50000"/>
                  <a:gd name="adj2" fmla="val 3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37" name="AutoShape 17">
                <a:extLst>
                  <a:ext uri="{FF2B5EF4-FFF2-40B4-BE49-F238E27FC236}">
                    <a16:creationId xmlns:a16="http://schemas.microsoft.com/office/drawing/2014/main" id="{8F136C5F-657B-59BF-42D2-75E5909893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13568872">
                <a:off x="4382" y="2194"/>
                <a:ext cx="672" cy="288"/>
              </a:xfrm>
              <a:prstGeom prst="leftRightArrow">
                <a:avLst>
                  <a:gd name="adj1" fmla="val 50000"/>
                  <a:gd name="adj2" fmla="val 4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</p:grpSp>
        <p:grpSp>
          <p:nvGrpSpPr>
            <p:cNvPr id="440338" name="Group 18">
              <a:extLst>
                <a:ext uri="{FF2B5EF4-FFF2-40B4-BE49-F238E27FC236}">
                  <a16:creationId xmlns:a16="http://schemas.microsoft.com/office/drawing/2014/main" id="{544EBE87-539E-F050-1DE3-D9FE88ADB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958" y="1258"/>
              <a:ext cx="1807" cy="614"/>
              <a:chOff x="1056" y="2592"/>
              <a:chExt cx="3696" cy="1152"/>
            </a:xfrm>
          </p:grpSpPr>
          <p:sp>
            <p:nvSpPr>
              <p:cNvPr id="440339" name="AutoShape 19">
                <a:extLst>
                  <a:ext uri="{FF2B5EF4-FFF2-40B4-BE49-F238E27FC236}">
                    <a16:creationId xmlns:a16="http://schemas.microsoft.com/office/drawing/2014/main" id="{B28D77EA-396D-38F2-9965-69ED278751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6" y="2592"/>
                <a:ext cx="3696" cy="1152"/>
              </a:xfrm>
              <a:prstGeom prst="can">
                <a:avLst>
                  <a:gd name="adj" fmla="val 25000"/>
                </a:avLst>
              </a:prstGeom>
              <a:solidFill>
                <a:srgbClr val="EF8114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189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r>
                  <a:rPr lang="en-US" altLang="nl-NL" sz="100">
                    <a:latin typeface="Arial" panose="020B0604020202020204" pitchFamily="34" charset="0"/>
                  </a:rPr>
                  <a:t>XML enriched objects</a:t>
                </a:r>
              </a:p>
            </p:txBody>
          </p:sp>
          <p:sp>
            <p:nvSpPr>
              <p:cNvPr id="440340" name="AutoShape 20">
                <a:extLst>
                  <a:ext uri="{FF2B5EF4-FFF2-40B4-BE49-F238E27FC236}">
                    <a16:creationId xmlns:a16="http://schemas.microsoft.com/office/drawing/2014/main" id="{0688B223-0A65-7A9D-9997-A01CB2D8D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1" name="AutoShape 21">
                <a:extLst>
                  <a:ext uri="{FF2B5EF4-FFF2-40B4-BE49-F238E27FC236}">
                    <a16:creationId xmlns:a16="http://schemas.microsoft.com/office/drawing/2014/main" id="{AE6588D4-68C8-613F-93A7-9B787551A7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0" y="2736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2" name="AutoShape 22">
                <a:extLst>
                  <a:ext uri="{FF2B5EF4-FFF2-40B4-BE49-F238E27FC236}">
                    <a16:creationId xmlns:a16="http://schemas.microsoft.com/office/drawing/2014/main" id="{60CEA0AB-E540-AB6F-90E5-19F8EEC6D0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00" y="3408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3" name="AutoShape 23">
                <a:extLst>
                  <a:ext uri="{FF2B5EF4-FFF2-40B4-BE49-F238E27FC236}">
                    <a16:creationId xmlns:a16="http://schemas.microsoft.com/office/drawing/2014/main" id="{0563932F-B493-8AE8-BFDC-BF37F15C0E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6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4" name="AutoShape 24">
                <a:extLst>
                  <a:ext uri="{FF2B5EF4-FFF2-40B4-BE49-F238E27FC236}">
                    <a16:creationId xmlns:a16="http://schemas.microsoft.com/office/drawing/2014/main" id="{57D46306-2D84-0626-DEC9-F2142E8526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16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5" name="AutoShape 25">
                <a:extLst>
                  <a:ext uri="{FF2B5EF4-FFF2-40B4-BE49-F238E27FC236}">
                    <a16:creationId xmlns:a16="http://schemas.microsoft.com/office/drawing/2014/main" id="{34C86A55-842F-1F1C-F3AA-32E5ACFC91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2736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6" name="AutoShape 26">
                <a:extLst>
                  <a:ext uri="{FF2B5EF4-FFF2-40B4-BE49-F238E27FC236}">
                    <a16:creationId xmlns:a16="http://schemas.microsoft.com/office/drawing/2014/main" id="{CC8A7A83-46FD-75AA-05AD-4669E18D11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12" y="350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7" name="AutoShape 27">
                <a:extLst>
                  <a:ext uri="{FF2B5EF4-FFF2-40B4-BE49-F238E27FC236}">
                    <a16:creationId xmlns:a16="http://schemas.microsoft.com/office/drawing/2014/main" id="{F19147D8-2737-B5CD-C103-35CDE4FD3E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302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8" name="AutoShape 28">
                <a:extLst>
                  <a:ext uri="{FF2B5EF4-FFF2-40B4-BE49-F238E27FC236}">
                    <a16:creationId xmlns:a16="http://schemas.microsoft.com/office/drawing/2014/main" id="{14361100-C72B-B80B-910D-304CFA9E8C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297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49" name="AutoShape 29">
                <a:extLst>
                  <a:ext uri="{FF2B5EF4-FFF2-40B4-BE49-F238E27FC236}">
                    <a16:creationId xmlns:a16="http://schemas.microsoft.com/office/drawing/2014/main" id="{55A28559-1DE3-E37A-C32F-44A1C9E475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4" y="345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0" name="AutoShape 30">
                <a:extLst>
                  <a:ext uri="{FF2B5EF4-FFF2-40B4-BE49-F238E27FC236}">
                    <a16:creationId xmlns:a16="http://schemas.microsoft.com/office/drawing/2014/main" id="{AA2AEB0E-7A63-EBCD-12B4-239E1D9850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68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1" name="AutoShape 31">
                <a:extLst>
                  <a:ext uri="{FF2B5EF4-FFF2-40B4-BE49-F238E27FC236}">
                    <a16:creationId xmlns:a16="http://schemas.microsoft.com/office/drawing/2014/main" id="{68E504F3-B432-0611-3146-3C5E31421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8" y="2832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2" name="AutoShape 32">
                <a:extLst>
                  <a:ext uri="{FF2B5EF4-FFF2-40B4-BE49-F238E27FC236}">
                    <a16:creationId xmlns:a16="http://schemas.microsoft.com/office/drawing/2014/main" id="{6C061C1C-C73A-0413-51D6-4EC581D7B6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04" y="2608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3" name="AutoShape 33">
                <a:extLst>
                  <a:ext uri="{FF2B5EF4-FFF2-40B4-BE49-F238E27FC236}">
                    <a16:creationId xmlns:a16="http://schemas.microsoft.com/office/drawing/2014/main" id="{5312C7F5-3F2C-DF13-850E-B4FDA9BFE6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6" y="307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4" name="AutoShape 34">
                <a:extLst>
                  <a:ext uri="{FF2B5EF4-FFF2-40B4-BE49-F238E27FC236}">
                    <a16:creationId xmlns:a16="http://schemas.microsoft.com/office/drawing/2014/main" id="{867CDF8E-6D7E-3A24-23CD-BD24148441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98" y="320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5" name="AutoShape 35">
                <a:extLst>
                  <a:ext uri="{FF2B5EF4-FFF2-40B4-BE49-F238E27FC236}">
                    <a16:creationId xmlns:a16="http://schemas.microsoft.com/office/drawing/2014/main" id="{705A36F4-0793-D228-6DC2-DCE8C194E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24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6" name="AutoShape 36">
                <a:extLst>
                  <a:ext uri="{FF2B5EF4-FFF2-40B4-BE49-F238E27FC236}">
                    <a16:creationId xmlns:a16="http://schemas.microsoft.com/office/drawing/2014/main" id="{D8D70D51-DBC2-80B4-D5A5-16EB97780E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4" y="261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7" name="AutoShape 37">
                <a:extLst>
                  <a:ext uri="{FF2B5EF4-FFF2-40B4-BE49-F238E27FC236}">
                    <a16:creationId xmlns:a16="http://schemas.microsoft.com/office/drawing/2014/main" id="{C554D1BE-1BA2-8298-BCC7-415607228F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8" y="321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8" name="AutoShape 38">
                <a:extLst>
                  <a:ext uri="{FF2B5EF4-FFF2-40B4-BE49-F238E27FC236}">
                    <a16:creationId xmlns:a16="http://schemas.microsoft.com/office/drawing/2014/main" id="{790FE761-42C9-AF17-B15D-CEB8D18CBF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76" y="268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59" name="Oval 39">
                <a:extLst>
                  <a:ext uri="{FF2B5EF4-FFF2-40B4-BE49-F238E27FC236}">
                    <a16:creationId xmlns:a16="http://schemas.microsoft.com/office/drawing/2014/main" id="{4D3283AD-134B-C8B7-0283-17347431A6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92" y="2640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0" name="Oval 40">
                <a:extLst>
                  <a:ext uri="{FF2B5EF4-FFF2-40B4-BE49-F238E27FC236}">
                    <a16:creationId xmlns:a16="http://schemas.microsoft.com/office/drawing/2014/main" id="{BE723698-A714-FBC6-EE93-40393C416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51" y="2821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1" name="Oval 41">
                <a:extLst>
                  <a:ext uri="{FF2B5EF4-FFF2-40B4-BE49-F238E27FC236}">
                    <a16:creationId xmlns:a16="http://schemas.microsoft.com/office/drawing/2014/main" id="{0602E5E1-FD0F-9101-903A-DBEE81C53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2" y="3360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2" name="Oval 42">
                <a:extLst>
                  <a:ext uri="{FF2B5EF4-FFF2-40B4-BE49-F238E27FC236}">
                    <a16:creationId xmlns:a16="http://schemas.microsoft.com/office/drawing/2014/main" id="{89FD20F5-575A-91C9-BBB1-3692B2E53C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64" y="3312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3" name="Oval 43">
                <a:extLst>
                  <a:ext uri="{FF2B5EF4-FFF2-40B4-BE49-F238E27FC236}">
                    <a16:creationId xmlns:a16="http://schemas.microsoft.com/office/drawing/2014/main" id="{C9BD94FA-09B2-D75C-DEB0-082ACAC57B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88" y="3120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4" name="Oval 44">
                <a:extLst>
                  <a:ext uri="{FF2B5EF4-FFF2-40B4-BE49-F238E27FC236}">
                    <a16:creationId xmlns:a16="http://schemas.microsoft.com/office/drawing/2014/main" id="{2F062286-923D-91F2-F39E-1207ED2D8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64" y="2958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5" name="Oval 45">
                <a:extLst>
                  <a:ext uri="{FF2B5EF4-FFF2-40B4-BE49-F238E27FC236}">
                    <a16:creationId xmlns:a16="http://schemas.microsoft.com/office/drawing/2014/main" id="{906E38A5-1CD9-138B-FDF4-B4AE76A291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2640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6" name="Oval 46">
                <a:extLst>
                  <a:ext uri="{FF2B5EF4-FFF2-40B4-BE49-F238E27FC236}">
                    <a16:creationId xmlns:a16="http://schemas.microsoft.com/office/drawing/2014/main" id="{6D476F24-1354-8C68-1F2A-03534B9BE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3552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7" name="Oval 47">
                <a:extLst>
                  <a:ext uri="{FF2B5EF4-FFF2-40B4-BE49-F238E27FC236}">
                    <a16:creationId xmlns:a16="http://schemas.microsoft.com/office/drawing/2014/main" id="{CAE7FCB5-02E9-A7E9-D98E-C74B131AC1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2688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8" name="Oval 48">
                <a:extLst>
                  <a:ext uri="{FF2B5EF4-FFF2-40B4-BE49-F238E27FC236}">
                    <a16:creationId xmlns:a16="http://schemas.microsoft.com/office/drawing/2014/main" id="{5644433E-D985-4995-2BBB-BCB126494F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31" y="3301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69" name="Oval 49">
                <a:extLst>
                  <a:ext uri="{FF2B5EF4-FFF2-40B4-BE49-F238E27FC236}">
                    <a16:creationId xmlns:a16="http://schemas.microsoft.com/office/drawing/2014/main" id="{F023ED4F-77F7-FB7E-EE51-662E5833B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3312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0" name="Oval 50">
                <a:extLst>
                  <a:ext uri="{FF2B5EF4-FFF2-40B4-BE49-F238E27FC236}">
                    <a16:creationId xmlns:a16="http://schemas.microsoft.com/office/drawing/2014/main" id="{76A23E2F-2C8C-4996-301A-64744DBA73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4" y="2688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1" name="Oval 51">
                <a:extLst>
                  <a:ext uri="{FF2B5EF4-FFF2-40B4-BE49-F238E27FC236}">
                    <a16:creationId xmlns:a16="http://schemas.microsoft.com/office/drawing/2014/main" id="{D84DDBEC-F81E-9D36-D27D-079F174900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64" y="2928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2" name="AutoShape 52">
                <a:extLst>
                  <a:ext uri="{FF2B5EF4-FFF2-40B4-BE49-F238E27FC236}">
                    <a16:creationId xmlns:a16="http://schemas.microsoft.com/office/drawing/2014/main" id="{CD1E3258-3B4E-3B13-BB1F-D9E080E5E7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85" y="2904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3" name="AutoShape 53">
                <a:extLst>
                  <a:ext uri="{FF2B5EF4-FFF2-40B4-BE49-F238E27FC236}">
                    <a16:creationId xmlns:a16="http://schemas.microsoft.com/office/drawing/2014/main" id="{4BB4D409-E9C6-C45C-3298-E2FE6898A6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08" y="3120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4" name="AutoShape 54">
                <a:extLst>
                  <a:ext uri="{FF2B5EF4-FFF2-40B4-BE49-F238E27FC236}">
                    <a16:creationId xmlns:a16="http://schemas.microsoft.com/office/drawing/2014/main" id="{3A9ED371-7E80-69C2-71F6-6856A3F000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0" y="3408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5" name="AutoShape 55">
                <a:extLst>
                  <a:ext uri="{FF2B5EF4-FFF2-40B4-BE49-F238E27FC236}">
                    <a16:creationId xmlns:a16="http://schemas.microsoft.com/office/drawing/2014/main" id="{3A799811-80F2-7EC6-F554-4046400C30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2976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6" name="AutoShape 56">
                <a:extLst>
                  <a:ext uri="{FF2B5EF4-FFF2-40B4-BE49-F238E27FC236}">
                    <a16:creationId xmlns:a16="http://schemas.microsoft.com/office/drawing/2014/main" id="{71B22F74-B394-23AF-4ABC-6138DB1CFB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3264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7" name="AutoShape 57">
                <a:extLst>
                  <a:ext uri="{FF2B5EF4-FFF2-40B4-BE49-F238E27FC236}">
                    <a16:creationId xmlns:a16="http://schemas.microsoft.com/office/drawing/2014/main" id="{A8B80343-F386-5A7A-28EE-19B43D4313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40" y="2928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8" name="AutoShape 58">
                <a:extLst>
                  <a:ext uri="{FF2B5EF4-FFF2-40B4-BE49-F238E27FC236}">
                    <a16:creationId xmlns:a16="http://schemas.microsoft.com/office/drawing/2014/main" id="{D565E2C0-6720-D998-36EC-AB0935690F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3552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79" name="AutoShape 59">
                <a:extLst>
                  <a:ext uri="{FF2B5EF4-FFF2-40B4-BE49-F238E27FC236}">
                    <a16:creationId xmlns:a16="http://schemas.microsoft.com/office/drawing/2014/main" id="{7A9D9EC3-5074-F31F-2EA3-0B458BC578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3408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0" name="AutoShape 60">
                <a:extLst>
                  <a:ext uri="{FF2B5EF4-FFF2-40B4-BE49-F238E27FC236}">
                    <a16:creationId xmlns:a16="http://schemas.microsoft.com/office/drawing/2014/main" id="{65EF1CD9-1569-B809-5E35-72FFA43EBE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84" y="2976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1" name="AutoShape 61">
                <a:extLst>
                  <a:ext uri="{FF2B5EF4-FFF2-40B4-BE49-F238E27FC236}">
                    <a16:creationId xmlns:a16="http://schemas.microsoft.com/office/drawing/2014/main" id="{EB999BF2-DDE2-6C7C-28C0-00A6631051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92" y="3312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2" name="AutoShape 62">
                <a:extLst>
                  <a:ext uri="{FF2B5EF4-FFF2-40B4-BE49-F238E27FC236}">
                    <a16:creationId xmlns:a16="http://schemas.microsoft.com/office/drawing/2014/main" id="{6E593573-EC01-AF2F-5A40-48458D53EE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95" y="2955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3" name="AutoShape 63">
                <a:extLst>
                  <a:ext uri="{FF2B5EF4-FFF2-40B4-BE49-F238E27FC236}">
                    <a16:creationId xmlns:a16="http://schemas.microsoft.com/office/drawing/2014/main" id="{25733581-790C-DA33-B2AF-06CB10B93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60" y="3312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4" name="AutoShape 64">
                <a:extLst>
                  <a:ext uri="{FF2B5EF4-FFF2-40B4-BE49-F238E27FC236}">
                    <a16:creationId xmlns:a16="http://schemas.microsoft.com/office/drawing/2014/main" id="{A831E1CF-B171-034E-B2BF-C1EF6291A9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6" y="3408"/>
                <a:ext cx="97" cy="80"/>
              </a:xfrm>
              <a:prstGeom prst="diamond">
                <a:avLst/>
              </a:prstGeom>
              <a:solidFill>
                <a:srgbClr val="FC007E"/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5" name="AutoShape 65">
                <a:extLst>
                  <a:ext uri="{FF2B5EF4-FFF2-40B4-BE49-F238E27FC236}">
                    <a16:creationId xmlns:a16="http://schemas.microsoft.com/office/drawing/2014/main" id="{5FD0E104-B1AD-2611-3EDF-C1752D2BE5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8" y="2880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6" name="Rectangle 66">
                <a:extLst>
                  <a:ext uri="{FF2B5EF4-FFF2-40B4-BE49-F238E27FC236}">
                    <a16:creationId xmlns:a16="http://schemas.microsoft.com/office/drawing/2014/main" id="{F2393192-3792-2DEB-68B3-99E6E04F38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6" y="2688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7" name="Rectangle 67">
                <a:extLst>
                  <a:ext uri="{FF2B5EF4-FFF2-40B4-BE49-F238E27FC236}">
                    <a16:creationId xmlns:a16="http://schemas.microsoft.com/office/drawing/2014/main" id="{34656EE8-2A2D-FED0-EE51-748AE77A45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4" y="307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8" name="Rectangle 68">
                <a:extLst>
                  <a:ext uri="{FF2B5EF4-FFF2-40B4-BE49-F238E27FC236}">
                    <a16:creationId xmlns:a16="http://schemas.microsoft.com/office/drawing/2014/main" id="{FA00A5C7-C6B1-1572-CD6E-4C05E6F02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77" y="2900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89" name="Rectangle 69">
                <a:extLst>
                  <a:ext uri="{FF2B5EF4-FFF2-40B4-BE49-F238E27FC236}">
                    <a16:creationId xmlns:a16="http://schemas.microsoft.com/office/drawing/2014/main" id="{D8C8A3DF-0F7C-1B76-DE85-2993760A99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0" y="3504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0" name="Rectangle 70">
                <a:extLst>
                  <a:ext uri="{FF2B5EF4-FFF2-40B4-BE49-F238E27FC236}">
                    <a16:creationId xmlns:a16="http://schemas.microsoft.com/office/drawing/2014/main" id="{15207E84-B5A3-B162-3C3B-86AD53AD32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3072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1" name="Rectangle 71">
                <a:extLst>
                  <a:ext uri="{FF2B5EF4-FFF2-40B4-BE49-F238E27FC236}">
                    <a16:creationId xmlns:a16="http://schemas.microsoft.com/office/drawing/2014/main" id="{1B70CB7F-3FE8-651E-1E15-887643751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2" name="Rectangle 72">
                <a:extLst>
                  <a:ext uri="{FF2B5EF4-FFF2-40B4-BE49-F238E27FC236}">
                    <a16:creationId xmlns:a16="http://schemas.microsoft.com/office/drawing/2014/main" id="{9A560964-976A-A526-C910-7CB852F10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48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3" name="Rectangle 73">
                <a:extLst>
                  <a:ext uri="{FF2B5EF4-FFF2-40B4-BE49-F238E27FC236}">
                    <a16:creationId xmlns:a16="http://schemas.microsoft.com/office/drawing/2014/main" id="{84BF4A88-0427-C662-2C3B-C2A4EA6784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16" y="3504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4" name="Rectangle 74">
                <a:extLst>
                  <a:ext uri="{FF2B5EF4-FFF2-40B4-BE49-F238E27FC236}">
                    <a16:creationId xmlns:a16="http://schemas.microsoft.com/office/drawing/2014/main" id="{6EA21D0C-1CAC-629B-A03E-587F1628E4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3408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5" name="Rectangle 75">
                <a:extLst>
                  <a:ext uri="{FF2B5EF4-FFF2-40B4-BE49-F238E27FC236}">
                    <a16:creationId xmlns:a16="http://schemas.microsoft.com/office/drawing/2014/main" id="{B31DD937-F4C9-EFD1-D885-22E0514A2E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8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6" name="Rectangle 76">
                <a:extLst>
                  <a:ext uri="{FF2B5EF4-FFF2-40B4-BE49-F238E27FC236}">
                    <a16:creationId xmlns:a16="http://schemas.microsoft.com/office/drawing/2014/main" id="{560071EC-471E-D1DF-6431-B69F3BB0D3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8" y="2976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7" name="Rectangle 77">
                <a:extLst>
                  <a:ext uri="{FF2B5EF4-FFF2-40B4-BE49-F238E27FC236}">
                    <a16:creationId xmlns:a16="http://schemas.microsoft.com/office/drawing/2014/main" id="{9C6A1BEB-0C87-7D46-4540-B758EB51D8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04" y="3456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8" name="Rectangle 78">
                <a:extLst>
                  <a:ext uri="{FF2B5EF4-FFF2-40B4-BE49-F238E27FC236}">
                    <a16:creationId xmlns:a16="http://schemas.microsoft.com/office/drawing/2014/main" id="{67506183-01FD-848A-0F59-859EBA0E50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28" y="3024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399" name="Rectangle 79">
                <a:extLst>
                  <a:ext uri="{FF2B5EF4-FFF2-40B4-BE49-F238E27FC236}">
                    <a16:creationId xmlns:a16="http://schemas.microsoft.com/office/drawing/2014/main" id="{05A4D13E-E0B5-915F-6D25-BD28EC5BF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52" y="2736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00" name="Rectangle 80">
                <a:extLst>
                  <a:ext uri="{FF2B5EF4-FFF2-40B4-BE49-F238E27FC236}">
                    <a16:creationId xmlns:a16="http://schemas.microsoft.com/office/drawing/2014/main" id="{E974C4FB-ED12-A23B-3CE9-5F88761D4A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83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</p:grpSp>
        <p:sp>
          <p:nvSpPr>
            <p:cNvPr id="440401" name="Text Box 81">
              <a:extLst>
                <a:ext uri="{FF2B5EF4-FFF2-40B4-BE49-F238E27FC236}">
                  <a16:creationId xmlns:a16="http://schemas.microsoft.com/office/drawing/2014/main" id="{9980063E-4187-6409-DF72-797E3BC012B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63" y="649"/>
              <a:ext cx="102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>
                  <a:latin typeface="Arial" panose="020B0604020202020204" pitchFamily="34" charset="0"/>
                </a:rPr>
                <a:t>  </a:t>
              </a:r>
              <a:r>
                <a:rPr lang="en-US" altLang="nl-NL" b="1">
                  <a:latin typeface="Arial" panose="020B0604020202020204" pitchFamily="34" charset="0"/>
                </a:rPr>
                <a:t>Klanten</a:t>
              </a:r>
            </a:p>
          </p:txBody>
        </p:sp>
      </p:grpSp>
      <p:grpSp>
        <p:nvGrpSpPr>
          <p:cNvPr id="440567" name="Group 247">
            <a:extLst>
              <a:ext uri="{FF2B5EF4-FFF2-40B4-BE49-F238E27FC236}">
                <a16:creationId xmlns:a16="http://schemas.microsoft.com/office/drawing/2014/main" id="{BE924CD9-036E-F0ED-FD02-773A530B2A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89500" y="3506788"/>
            <a:ext cx="3878263" cy="1608137"/>
            <a:chOff x="3058" y="2249"/>
            <a:chExt cx="2712" cy="1125"/>
          </a:xfrm>
        </p:grpSpPr>
        <p:grpSp>
          <p:nvGrpSpPr>
            <p:cNvPr id="440483" name="Group 163">
              <a:extLst>
                <a:ext uri="{FF2B5EF4-FFF2-40B4-BE49-F238E27FC236}">
                  <a16:creationId xmlns:a16="http://schemas.microsoft.com/office/drawing/2014/main" id="{17B00FC3-C81D-132C-EA5C-9691B748EA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9404796" flipV="1">
              <a:off x="3058" y="3039"/>
              <a:ext cx="2712" cy="230"/>
              <a:chOff x="96" y="1584"/>
              <a:chExt cx="5544" cy="432"/>
            </a:xfrm>
          </p:grpSpPr>
          <p:sp>
            <p:nvSpPr>
              <p:cNvPr id="440484" name="Rectangle 164">
                <a:extLst>
                  <a:ext uri="{FF2B5EF4-FFF2-40B4-BE49-F238E27FC236}">
                    <a16:creationId xmlns:a16="http://schemas.microsoft.com/office/drawing/2014/main" id="{7E668456-4C4A-AB36-B633-B4C5A8476E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2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Maintenance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485" name="Rectangle 165">
                <a:extLst>
                  <a:ext uri="{FF2B5EF4-FFF2-40B4-BE49-F238E27FC236}">
                    <a16:creationId xmlns:a16="http://schemas.microsoft.com/office/drawing/2014/main" id="{13364FD7-9A50-84CC-6B69-05A7D39D15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84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Sales &amp;</a:t>
                </a:r>
                <a:br>
                  <a:rPr lang="en-US" altLang="nl-NL" sz="100" b="1">
                    <a:latin typeface="Arial" panose="020B0604020202020204" pitchFamily="34" charset="0"/>
                  </a:rPr>
                </a:br>
                <a:r>
                  <a:rPr lang="en-US" altLang="nl-NL" sz="100" b="1">
                    <a:latin typeface="Arial" panose="020B0604020202020204" pitchFamily="34" charset="0"/>
                  </a:rPr>
                  <a:t>Marketing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486" name="Rectangle 166">
                <a:extLst>
                  <a:ext uri="{FF2B5EF4-FFF2-40B4-BE49-F238E27FC236}">
                    <a16:creationId xmlns:a16="http://schemas.microsoft.com/office/drawing/2014/main" id="{5F9C773D-3154-BDFD-4B06-6DD9D248E8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0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Logistics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487" name="Rectangle 167">
                <a:extLst>
                  <a:ext uri="{FF2B5EF4-FFF2-40B4-BE49-F238E27FC236}">
                    <a16:creationId xmlns:a16="http://schemas.microsoft.com/office/drawing/2014/main" id="{556CA3E0-A7F5-1B8E-1206-DD9CC48507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8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Production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  <p:sp>
            <p:nvSpPr>
              <p:cNvPr id="440488" name="Rectangle 168">
                <a:extLst>
                  <a:ext uri="{FF2B5EF4-FFF2-40B4-BE49-F238E27FC236}">
                    <a16:creationId xmlns:a16="http://schemas.microsoft.com/office/drawing/2014/main" id="{C9E8FF83-BD11-7837-D792-AB11FB0159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6" y="1584"/>
                <a:ext cx="912" cy="432"/>
              </a:xfrm>
              <a:prstGeom prst="rect">
                <a:avLst/>
              </a:prstGeom>
              <a:solidFill>
                <a:srgbClr val="EF8114"/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r>
                  <a:rPr lang="en-US" altLang="nl-NL" sz="100" b="1">
                    <a:latin typeface="Arial" panose="020B0604020202020204" pitchFamily="34" charset="0"/>
                  </a:rPr>
                  <a:t>Engineering</a:t>
                </a:r>
                <a:endParaRPr lang="en-US" altLang="nl-NL" sz="1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40490" name="Group 170">
              <a:extLst>
                <a:ext uri="{FF2B5EF4-FFF2-40B4-BE49-F238E27FC236}">
                  <a16:creationId xmlns:a16="http://schemas.microsoft.com/office/drawing/2014/main" id="{7DD69775-AA4D-C0DE-DF4A-60C180D595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9404796" flipV="1">
              <a:off x="3269" y="2739"/>
              <a:ext cx="1947" cy="362"/>
              <a:chOff x="880" y="2002"/>
              <a:chExt cx="3982" cy="679"/>
            </a:xfrm>
          </p:grpSpPr>
          <p:sp>
            <p:nvSpPr>
              <p:cNvPr id="440491" name="AutoShape 171">
                <a:extLst>
                  <a:ext uri="{FF2B5EF4-FFF2-40B4-BE49-F238E27FC236}">
                    <a16:creationId xmlns:a16="http://schemas.microsoft.com/office/drawing/2014/main" id="{671B9DF7-E6BA-8928-6B92-510C93DFEF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2716935">
                <a:off x="712" y="2225"/>
                <a:ext cx="624" cy="288"/>
              </a:xfrm>
              <a:prstGeom prst="leftRightArrow">
                <a:avLst>
                  <a:gd name="adj1" fmla="val 50000"/>
                  <a:gd name="adj2" fmla="val 43333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92" name="AutoShape 172">
                <a:extLst>
                  <a:ext uri="{FF2B5EF4-FFF2-40B4-BE49-F238E27FC236}">
                    <a16:creationId xmlns:a16="http://schemas.microsoft.com/office/drawing/2014/main" id="{12933F92-B9FD-135D-A481-780B855BA8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4064940">
                <a:off x="1585" y="2174"/>
                <a:ext cx="528" cy="288"/>
              </a:xfrm>
              <a:prstGeom prst="leftRightArrow">
                <a:avLst>
                  <a:gd name="adj1" fmla="val 50000"/>
                  <a:gd name="adj2" fmla="val 3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93" name="AutoShape 173">
                <a:extLst>
                  <a:ext uri="{FF2B5EF4-FFF2-40B4-BE49-F238E27FC236}">
                    <a16:creationId xmlns:a16="http://schemas.microsoft.com/office/drawing/2014/main" id="{98C725CB-1127-D273-8E3E-DCCFFF651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298622">
                <a:off x="2611" y="2179"/>
                <a:ext cx="488" cy="240"/>
              </a:xfrm>
              <a:prstGeom prst="leftRightArrow">
                <a:avLst>
                  <a:gd name="adj1" fmla="val 50000"/>
                  <a:gd name="adj2" fmla="val 40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94" name="AutoShape 174">
                <a:extLst>
                  <a:ext uri="{FF2B5EF4-FFF2-40B4-BE49-F238E27FC236}">
                    <a16:creationId xmlns:a16="http://schemas.microsoft.com/office/drawing/2014/main" id="{49838E26-ABD7-1B79-2BEC-E476FDD252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6425382">
                <a:off x="3672" y="2184"/>
                <a:ext cx="528" cy="288"/>
              </a:xfrm>
              <a:prstGeom prst="leftRightArrow">
                <a:avLst>
                  <a:gd name="adj1" fmla="val 50000"/>
                  <a:gd name="adj2" fmla="val 3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95" name="AutoShape 175">
                <a:extLst>
                  <a:ext uri="{FF2B5EF4-FFF2-40B4-BE49-F238E27FC236}">
                    <a16:creationId xmlns:a16="http://schemas.microsoft.com/office/drawing/2014/main" id="{CDF87683-1ED1-4E1A-75DF-3DDDA1414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13568872">
                <a:off x="4382" y="2194"/>
                <a:ext cx="672" cy="288"/>
              </a:xfrm>
              <a:prstGeom prst="leftRightArrow">
                <a:avLst>
                  <a:gd name="adj1" fmla="val 50000"/>
                  <a:gd name="adj2" fmla="val 46667"/>
                </a:avLst>
              </a:prstGeom>
              <a:solidFill>
                <a:srgbClr val="FFB265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FFB265"/>
                </a:extrusionClr>
                <a:contourClr>
                  <a:srgbClr val="FFB265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</p:grpSp>
        <p:grpSp>
          <p:nvGrpSpPr>
            <p:cNvPr id="440496" name="Group 176">
              <a:extLst>
                <a:ext uri="{FF2B5EF4-FFF2-40B4-BE49-F238E27FC236}">
                  <a16:creationId xmlns:a16="http://schemas.microsoft.com/office/drawing/2014/main" id="{F22B712D-DABA-3C70-5C92-4D8FF0EBB3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9404796" flipV="1">
              <a:off x="3089" y="2249"/>
              <a:ext cx="1807" cy="614"/>
              <a:chOff x="1056" y="2592"/>
              <a:chExt cx="3696" cy="1152"/>
            </a:xfrm>
          </p:grpSpPr>
          <p:sp>
            <p:nvSpPr>
              <p:cNvPr id="440497" name="AutoShape 177">
                <a:extLst>
                  <a:ext uri="{FF2B5EF4-FFF2-40B4-BE49-F238E27FC236}">
                    <a16:creationId xmlns:a16="http://schemas.microsoft.com/office/drawing/2014/main" id="{83679537-3D6E-E661-5F82-E352B253BC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6" y="2592"/>
                <a:ext cx="3696" cy="1152"/>
              </a:xfrm>
              <a:prstGeom prst="can">
                <a:avLst>
                  <a:gd name="adj" fmla="val 25000"/>
                </a:avLst>
              </a:prstGeom>
              <a:solidFill>
                <a:srgbClr val="EF8114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189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r>
                  <a:rPr lang="en-US" altLang="nl-NL" sz="100">
                    <a:latin typeface="Arial" panose="020B0604020202020204" pitchFamily="34" charset="0"/>
                  </a:rPr>
                  <a:t>XML enriched objects</a:t>
                </a:r>
              </a:p>
            </p:txBody>
          </p:sp>
          <p:sp>
            <p:nvSpPr>
              <p:cNvPr id="440498" name="AutoShape 178">
                <a:extLst>
                  <a:ext uri="{FF2B5EF4-FFF2-40B4-BE49-F238E27FC236}">
                    <a16:creationId xmlns:a16="http://schemas.microsoft.com/office/drawing/2014/main" id="{7D17B3E3-53B4-CB8F-87CD-1926994FB9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499" name="AutoShape 179">
                <a:extLst>
                  <a:ext uri="{FF2B5EF4-FFF2-40B4-BE49-F238E27FC236}">
                    <a16:creationId xmlns:a16="http://schemas.microsoft.com/office/drawing/2014/main" id="{0E327A55-5F16-C92E-1C7B-CDC0C6234F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0" y="2736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0" name="AutoShape 180">
                <a:extLst>
                  <a:ext uri="{FF2B5EF4-FFF2-40B4-BE49-F238E27FC236}">
                    <a16:creationId xmlns:a16="http://schemas.microsoft.com/office/drawing/2014/main" id="{473BB37E-2F44-7BEE-A4B1-D929268CA2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00" y="3408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1" name="AutoShape 181">
                <a:extLst>
                  <a:ext uri="{FF2B5EF4-FFF2-40B4-BE49-F238E27FC236}">
                    <a16:creationId xmlns:a16="http://schemas.microsoft.com/office/drawing/2014/main" id="{BEEC1AF1-B7B4-E42C-630B-34953C2AA9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6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2" name="AutoShape 182">
                <a:extLst>
                  <a:ext uri="{FF2B5EF4-FFF2-40B4-BE49-F238E27FC236}">
                    <a16:creationId xmlns:a16="http://schemas.microsoft.com/office/drawing/2014/main" id="{C3F1326A-6311-4D5F-3B36-0EFC8A7DD1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16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3" name="AutoShape 183">
                <a:extLst>
                  <a:ext uri="{FF2B5EF4-FFF2-40B4-BE49-F238E27FC236}">
                    <a16:creationId xmlns:a16="http://schemas.microsoft.com/office/drawing/2014/main" id="{2AA19FFA-8EDF-12C0-6EDC-D2473BCD28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2736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4" name="AutoShape 184">
                <a:extLst>
                  <a:ext uri="{FF2B5EF4-FFF2-40B4-BE49-F238E27FC236}">
                    <a16:creationId xmlns:a16="http://schemas.microsoft.com/office/drawing/2014/main" id="{BFBC787D-A660-F92D-DE92-990DF5F085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12" y="350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5" name="AutoShape 185">
                <a:extLst>
                  <a:ext uri="{FF2B5EF4-FFF2-40B4-BE49-F238E27FC236}">
                    <a16:creationId xmlns:a16="http://schemas.microsoft.com/office/drawing/2014/main" id="{31780F02-5471-BAC6-E584-D1D4C9B877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302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6" name="AutoShape 186">
                <a:extLst>
                  <a:ext uri="{FF2B5EF4-FFF2-40B4-BE49-F238E27FC236}">
                    <a16:creationId xmlns:a16="http://schemas.microsoft.com/office/drawing/2014/main" id="{BD2F51DF-950E-895F-8279-62F54AB8FF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297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7" name="AutoShape 187">
                <a:extLst>
                  <a:ext uri="{FF2B5EF4-FFF2-40B4-BE49-F238E27FC236}">
                    <a16:creationId xmlns:a16="http://schemas.microsoft.com/office/drawing/2014/main" id="{2AE64715-FF0A-6CF0-B054-34A241C7AF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4" y="345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8" name="AutoShape 188">
                <a:extLst>
                  <a:ext uri="{FF2B5EF4-FFF2-40B4-BE49-F238E27FC236}">
                    <a16:creationId xmlns:a16="http://schemas.microsoft.com/office/drawing/2014/main" id="{CF7975B2-8E6F-7BCD-CE67-7586B354EC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68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09" name="AutoShape 189">
                <a:extLst>
                  <a:ext uri="{FF2B5EF4-FFF2-40B4-BE49-F238E27FC236}">
                    <a16:creationId xmlns:a16="http://schemas.microsoft.com/office/drawing/2014/main" id="{14ED5A19-AA0F-6B40-AE58-E58223F8E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8" y="2832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0" name="AutoShape 190">
                <a:extLst>
                  <a:ext uri="{FF2B5EF4-FFF2-40B4-BE49-F238E27FC236}">
                    <a16:creationId xmlns:a16="http://schemas.microsoft.com/office/drawing/2014/main" id="{F751D31D-FC83-0CBB-472D-D9573BD872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04" y="2608"/>
                <a:ext cx="275" cy="259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1" name="AutoShape 191">
                <a:extLst>
                  <a:ext uri="{FF2B5EF4-FFF2-40B4-BE49-F238E27FC236}">
                    <a16:creationId xmlns:a16="http://schemas.microsoft.com/office/drawing/2014/main" id="{F84F8436-3D1E-0E37-64D5-F84518C83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6" y="307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2" name="AutoShape 192">
                <a:extLst>
                  <a:ext uri="{FF2B5EF4-FFF2-40B4-BE49-F238E27FC236}">
                    <a16:creationId xmlns:a16="http://schemas.microsoft.com/office/drawing/2014/main" id="{92EF3B0F-6997-323F-F65D-7784089E2C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98" y="3204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3" name="AutoShape 193">
                <a:extLst>
                  <a:ext uri="{FF2B5EF4-FFF2-40B4-BE49-F238E27FC236}">
                    <a16:creationId xmlns:a16="http://schemas.microsoft.com/office/drawing/2014/main" id="{CEEFDF65-5FF4-50C0-9F07-291AB1944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24" y="3552"/>
                <a:ext cx="97" cy="97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4" name="AutoShape 194">
                <a:extLst>
                  <a:ext uri="{FF2B5EF4-FFF2-40B4-BE49-F238E27FC236}">
                    <a16:creationId xmlns:a16="http://schemas.microsoft.com/office/drawing/2014/main" id="{FE1C56B5-7B56-8D9E-76A4-6DE6420D96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4" y="261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5" name="AutoShape 195">
                <a:extLst>
                  <a:ext uri="{FF2B5EF4-FFF2-40B4-BE49-F238E27FC236}">
                    <a16:creationId xmlns:a16="http://schemas.microsoft.com/office/drawing/2014/main" id="{8235E249-F59D-8514-E6B7-F4B2B90C78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8" y="3216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6" name="AutoShape 196">
                <a:extLst>
                  <a:ext uri="{FF2B5EF4-FFF2-40B4-BE49-F238E27FC236}">
                    <a16:creationId xmlns:a16="http://schemas.microsoft.com/office/drawing/2014/main" id="{AA7D0FA1-0306-C982-3484-CA000DFA77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76" y="2688"/>
                <a:ext cx="170" cy="154"/>
              </a:xfrm>
              <a:prstGeom prst="triangle">
                <a:avLst>
                  <a:gd name="adj" fmla="val 50000"/>
                </a:avLst>
              </a:prstGeom>
              <a:solidFill>
                <a:srgbClr val="EF8114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EF8114"/>
                </a:extrusionClr>
                <a:contourClr>
                  <a:srgbClr val="EF8114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7" name="Oval 197">
                <a:extLst>
                  <a:ext uri="{FF2B5EF4-FFF2-40B4-BE49-F238E27FC236}">
                    <a16:creationId xmlns:a16="http://schemas.microsoft.com/office/drawing/2014/main" id="{88B073EF-0C5E-3D6D-B86C-77ABEE7A51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92" y="2640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8" name="Oval 198">
                <a:extLst>
                  <a:ext uri="{FF2B5EF4-FFF2-40B4-BE49-F238E27FC236}">
                    <a16:creationId xmlns:a16="http://schemas.microsoft.com/office/drawing/2014/main" id="{DF9C6432-C394-78AB-092A-2B934CD846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51" y="2821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19" name="Oval 199">
                <a:extLst>
                  <a:ext uri="{FF2B5EF4-FFF2-40B4-BE49-F238E27FC236}">
                    <a16:creationId xmlns:a16="http://schemas.microsoft.com/office/drawing/2014/main" id="{16A9067D-5C66-9DBC-2DB5-7B9BB440AF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2" y="3360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0" name="Oval 200">
                <a:extLst>
                  <a:ext uri="{FF2B5EF4-FFF2-40B4-BE49-F238E27FC236}">
                    <a16:creationId xmlns:a16="http://schemas.microsoft.com/office/drawing/2014/main" id="{574814FC-0994-8D18-E719-C95C057ADC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64" y="3312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1" name="Oval 201">
                <a:extLst>
                  <a:ext uri="{FF2B5EF4-FFF2-40B4-BE49-F238E27FC236}">
                    <a16:creationId xmlns:a16="http://schemas.microsoft.com/office/drawing/2014/main" id="{5DF261C1-486C-3C1F-AAEF-0A18A56EFB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88" y="3120"/>
                <a:ext cx="235" cy="235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2" name="Oval 202">
                <a:extLst>
                  <a:ext uri="{FF2B5EF4-FFF2-40B4-BE49-F238E27FC236}">
                    <a16:creationId xmlns:a16="http://schemas.microsoft.com/office/drawing/2014/main" id="{7C9E2419-45EA-7D02-2D4E-C2096210CE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64" y="2958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3" name="Oval 203">
                <a:extLst>
                  <a:ext uri="{FF2B5EF4-FFF2-40B4-BE49-F238E27FC236}">
                    <a16:creationId xmlns:a16="http://schemas.microsoft.com/office/drawing/2014/main" id="{EB5EBDE3-85DA-61C0-D28F-1B2CA11E92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2640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4" name="Oval 204">
                <a:extLst>
                  <a:ext uri="{FF2B5EF4-FFF2-40B4-BE49-F238E27FC236}">
                    <a16:creationId xmlns:a16="http://schemas.microsoft.com/office/drawing/2014/main" id="{24AEBD26-355B-AE5D-A94F-AE5C1C3068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3552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5" name="Oval 205">
                <a:extLst>
                  <a:ext uri="{FF2B5EF4-FFF2-40B4-BE49-F238E27FC236}">
                    <a16:creationId xmlns:a16="http://schemas.microsoft.com/office/drawing/2014/main" id="{6D330755-413E-A8F5-8334-1B7D600937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2688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6" name="Oval 206">
                <a:extLst>
                  <a:ext uri="{FF2B5EF4-FFF2-40B4-BE49-F238E27FC236}">
                    <a16:creationId xmlns:a16="http://schemas.microsoft.com/office/drawing/2014/main" id="{372DFAD9-649E-E877-0FA9-DE8CAB8DF0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31" y="3301"/>
                <a:ext cx="105" cy="114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7" name="Oval 207">
                <a:extLst>
                  <a:ext uri="{FF2B5EF4-FFF2-40B4-BE49-F238E27FC236}">
                    <a16:creationId xmlns:a16="http://schemas.microsoft.com/office/drawing/2014/main" id="{EFAA8B5D-BE69-B44E-29BD-AED5D4C24F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3312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8" name="Oval 208">
                <a:extLst>
                  <a:ext uri="{FF2B5EF4-FFF2-40B4-BE49-F238E27FC236}">
                    <a16:creationId xmlns:a16="http://schemas.microsoft.com/office/drawing/2014/main" id="{B18D7BF5-898D-CF3C-1EFE-C63F6E401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4" y="2688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29" name="Oval 209">
                <a:extLst>
                  <a:ext uri="{FF2B5EF4-FFF2-40B4-BE49-F238E27FC236}">
                    <a16:creationId xmlns:a16="http://schemas.microsoft.com/office/drawing/2014/main" id="{6B9D895A-4F7B-670C-BCA6-F97A5F6A1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64" y="2928"/>
                <a:ext cx="186" cy="171"/>
              </a:xfrm>
              <a:prstGeom prst="ellipse">
                <a:avLst/>
              </a:prstGeom>
              <a:solidFill>
                <a:srgbClr val="FFFF99">
                  <a:alpha val="50000"/>
                </a:srgbClr>
              </a:solidFill>
              <a:ln w="12699">
                <a:round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0" name="AutoShape 210">
                <a:extLst>
                  <a:ext uri="{FF2B5EF4-FFF2-40B4-BE49-F238E27FC236}">
                    <a16:creationId xmlns:a16="http://schemas.microsoft.com/office/drawing/2014/main" id="{6ECDFC00-E28E-E61E-37BC-D9C56E3851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85" y="2904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1" name="AutoShape 211">
                <a:extLst>
                  <a:ext uri="{FF2B5EF4-FFF2-40B4-BE49-F238E27FC236}">
                    <a16:creationId xmlns:a16="http://schemas.microsoft.com/office/drawing/2014/main" id="{B1E35586-EA38-F44E-B608-2B06F07BD7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08" y="3120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2" name="AutoShape 212">
                <a:extLst>
                  <a:ext uri="{FF2B5EF4-FFF2-40B4-BE49-F238E27FC236}">
                    <a16:creationId xmlns:a16="http://schemas.microsoft.com/office/drawing/2014/main" id="{DDA9931B-1C18-0837-E4A5-A49D6939DC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0" y="3408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3" name="AutoShape 213">
                <a:extLst>
                  <a:ext uri="{FF2B5EF4-FFF2-40B4-BE49-F238E27FC236}">
                    <a16:creationId xmlns:a16="http://schemas.microsoft.com/office/drawing/2014/main" id="{49A36234-F3B1-A18E-C155-750DC232E9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2976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4" name="AutoShape 214">
                <a:extLst>
                  <a:ext uri="{FF2B5EF4-FFF2-40B4-BE49-F238E27FC236}">
                    <a16:creationId xmlns:a16="http://schemas.microsoft.com/office/drawing/2014/main" id="{197E0136-56C3-9611-BFF2-099FADEB7C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3264"/>
                <a:ext cx="219" cy="227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5" name="AutoShape 215">
                <a:extLst>
                  <a:ext uri="{FF2B5EF4-FFF2-40B4-BE49-F238E27FC236}">
                    <a16:creationId xmlns:a16="http://schemas.microsoft.com/office/drawing/2014/main" id="{84494C83-E50A-D0CC-0EE0-C5B043D15C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40" y="2928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6" name="AutoShape 216">
                <a:extLst>
                  <a:ext uri="{FF2B5EF4-FFF2-40B4-BE49-F238E27FC236}">
                    <a16:creationId xmlns:a16="http://schemas.microsoft.com/office/drawing/2014/main" id="{A1951C8A-6FCA-3406-99AF-F667FF208D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3552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7" name="AutoShape 217">
                <a:extLst>
                  <a:ext uri="{FF2B5EF4-FFF2-40B4-BE49-F238E27FC236}">
                    <a16:creationId xmlns:a16="http://schemas.microsoft.com/office/drawing/2014/main" id="{3D211F00-41DF-6EBE-E2E5-17A6E90C9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3408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8" name="AutoShape 218">
                <a:extLst>
                  <a:ext uri="{FF2B5EF4-FFF2-40B4-BE49-F238E27FC236}">
                    <a16:creationId xmlns:a16="http://schemas.microsoft.com/office/drawing/2014/main" id="{2A3E47D3-1EB7-E39A-329E-C0749FDAD4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84" y="2976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39" name="AutoShape 219">
                <a:extLst>
                  <a:ext uri="{FF2B5EF4-FFF2-40B4-BE49-F238E27FC236}">
                    <a16:creationId xmlns:a16="http://schemas.microsoft.com/office/drawing/2014/main" id="{18576C2B-8C87-38E6-2D58-C42F370F5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92" y="3312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0" name="AutoShape 220">
                <a:extLst>
                  <a:ext uri="{FF2B5EF4-FFF2-40B4-BE49-F238E27FC236}">
                    <a16:creationId xmlns:a16="http://schemas.microsoft.com/office/drawing/2014/main" id="{F3BD343F-62A6-CB84-2F58-F1998B24BE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95" y="2955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1" name="AutoShape 221">
                <a:extLst>
                  <a:ext uri="{FF2B5EF4-FFF2-40B4-BE49-F238E27FC236}">
                    <a16:creationId xmlns:a16="http://schemas.microsoft.com/office/drawing/2014/main" id="{C65C23A6-7E1B-BE77-8D91-4949A89636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60" y="3312"/>
                <a:ext cx="97" cy="80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2" name="AutoShape 222">
                <a:extLst>
                  <a:ext uri="{FF2B5EF4-FFF2-40B4-BE49-F238E27FC236}">
                    <a16:creationId xmlns:a16="http://schemas.microsoft.com/office/drawing/2014/main" id="{CFD42138-4B29-0C98-EAC6-A04EAEEFD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6" y="3408"/>
                <a:ext cx="97" cy="80"/>
              </a:xfrm>
              <a:prstGeom prst="diamond">
                <a:avLst/>
              </a:prstGeom>
              <a:solidFill>
                <a:srgbClr val="FC007E"/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3" name="AutoShape 223">
                <a:extLst>
                  <a:ext uri="{FF2B5EF4-FFF2-40B4-BE49-F238E27FC236}">
                    <a16:creationId xmlns:a16="http://schemas.microsoft.com/office/drawing/2014/main" id="{1428098A-4B85-5702-7C40-035DCBA844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8" y="2880"/>
                <a:ext cx="170" cy="162"/>
              </a:xfrm>
              <a:prstGeom prst="diamond">
                <a:avLst/>
              </a:prstGeom>
              <a:solidFill>
                <a:srgbClr val="FC007E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FC007E"/>
                </a:extrusionClr>
                <a:contourClr>
                  <a:srgbClr val="FC007E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4" name="Rectangle 224">
                <a:extLst>
                  <a:ext uri="{FF2B5EF4-FFF2-40B4-BE49-F238E27FC236}">
                    <a16:creationId xmlns:a16="http://schemas.microsoft.com/office/drawing/2014/main" id="{A820C11D-804F-00D1-24DD-C6BD95E280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6" y="2688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5" name="Rectangle 225">
                <a:extLst>
                  <a:ext uri="{FF2B5EF4-FFF2-40B4-BE49-F238E27FC236}">
                    <a16:creationId xmlns:a16="http://schemas.microsoft.com/office/drawing/2014/main" id="{0B5B86A2-A7B2-CEFC-EAE2-10DB7801A8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4" y="307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6" name="Rectangle 226">
                <a:extLst>
                  <a:ext uri="{FF2B5EF4-FFF2-40B4-BE49-F238E27FC236}">
                    <a16:creationId xmlns:a16="http://schemas.microsoft.com/office/drawing/2014/main" id="{D5BDA2D8-8E08-4F3E-AC72-DEB902CD6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77" y="2900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7" name="Rectangle 227">
                <a:extLst>
                  <a:ext uri="{FF2B5EF4-FFF2-40B4-BE49-F238E27FC236}">
                    <a16:creationId xmlns:a16="http://schemas.microsoft.com/office/drawing/2014/main" id="{E30D3263-2682-5110-C5BB-2B8385686D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0" y="3504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8" name="Rectangle 228">
                <a:extLst>
                  <a:ext uri="{FF2B5EF4-FFF2-40B4-BE49-F238E27FC236}">
                    <a16:creationId xmlns:a16="http://schemas.microsoft.com/office/drawing/2014/main" id="{E0B2EBD6-E4DA-2F8B-4AA5-B44398F11B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2" y="3072"/>
                <a:ext cx="236" cy="22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49" name="Rectangle 229">
                <a:extLst>
                  <a:ext uri="{FF2B5EF4-FFF2-40B4-BE49-F238E27FC236}">
                    <a16:creationId xmlns:a16="http://schemas.microsoft.com/office/drawing/2014/main" id="{18FD52D7-8F01-F900-64F5-AE77506072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0" name="Rectangle 230">
                <a:extLst>
                  <a:ext uri="{FF2B5EF4-FFF2-40B4-BE49-F238E27FC236}">
                    <a16:creationId xmlns:a16="http://schemas.microsoft.com/office/drawing/2014/main" id="{0A4D0E90-9383-9099-FA26-51BA8C6761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48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1" name="Rectangle 231">
                <a:extLst>
                  <a:ext uri="{FF2B5EF4-FFF2-40B4-BE49-F238E27FC236}">
                    <a16:creationId xmlns:a16="http://schemas.microsoft.com/office/drawing/2014/main" id="{2D8E1A6A-15FD-0C11-5946-C0131CF16C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16" y="3504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2" name="Rectangle 232">
                <a:extLst>
                  <a:ext uri="{FF2B5EF4-FFF2-40B4-BE49-F238E27FC236}">
                    <a16:creationId xmlns:a16="http://schemas.microsoft.com/office/drawing/2014/main" id="{56F7459F-0391-CCD4-B34A-82D636FD56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3408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3" name="Rectangle 233">
                <a:extLst>
                  <a:ext uri="{FF2B5EF4-FFF2-40B4-BE49-F238E27FC236}">
                    <a16:creationId xmlns:a16="http://schemas.microsoft.com/office/drawing/2014/main" id="{8742F44E-4742-EC31-5978-F2A39A3B4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8" y="355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4" name="Rectangle 234">
                <a:extLst>
                  <a:ext uri="{FF2B5EF4-FFF2-40B4-BE49-F238E27FC236}">
                    <a16:creationId xmlns:a16="http://schemas.microsoft.com/office/drawing/2014/main" id="{363A6BE1-0BF0-47A9-2A36-D5175E5B6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8" y="2976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5" name="Rectangle 235">
                <a:extLst>
                  <a:ext uri="{FF2B5EF4-FFF2-40B4-BE49-F238E27FC236}">
                    <a16:creationId xmlns:a16="http://schemas.microsoft.com/office/drawing/2014/main" id="{56C39618-6BEC-FABE-C034-D706940A1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04" y="3456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6" name="Rectangle 236">
                <a:extLst>
                  <a:ext uri="{FF2B5EF4-FFF2-40B4-BE49-F238E27FC236}">
                    <a16:creationId xmlns:a16="http://schemas.microsoft.com/office/drawing/2014/main" id="{EC6B66C5-DD23-7B8A-7AC9-02273EDF2E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28" y="3024"/>
                <a:ext cx="138" cy="1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7" name="Rectangle 237">
                <a:extLst>
                  <a:ext uri="{FF2B5EF4-FFF2-40B4-BE49-F238E27FC236}">
                    <a16:creationId xmlns:a16="http://schemas.microsoft.com/office/drawing/2014/main" id="{E3314E04-8623-54F1-9451-61B0B55B55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52" y="2736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  <p:sp>
            <p:nvSpPr>
              <p:cNvPr id="440558" name="Rectangle 238">
                <a:extLst>
                  <a:ext uri="{FF2B5EF4-FFF2-40B4-BE49-F238E27FC236}">
                    <a16:creationId xmlns:a16="http://schemas.microsoft.com/office/drawing/2014/main" id="{B1812F6B-33A1-2C0B-4638-E34965B5AB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832"/>
                <a:ext cx="90" cy="74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699">
                <a:miter lim="800000"/>
                <a:headEnd type="none" w="sm" len="sm"/>
                <a:tailEnd type="none" w="sm" len="sm"/>
              </a:ln>
              <a:effectLst/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66FFFF"/>
                </a:extrusionClr>
                <a:contourClr>
                  <a:srgbClr val="66FF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nl-NL"/>
              </a:p>
            </p:txBody>
          </p:sp>
        </p:grpSp>
        <p:sp>
          <p:nvSpPr>
            <p:cNvPr id="440559" name="Text Box 239">
              <a:extLst>
                <a:ext uri="{FF2B5EF4-FFF2-40B4-BE49-F238E27FC236}">
                  <a16:creationId xmlns:a16="http://schemas.microsoft.com/office/drawing/2014/main" id="{D00FE255-C7A6-B35C-764A-FBF96842565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-2279923">
              <a:off x="4087" y="2799"/>
              <a:ext cx="1242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 b="1">
                  <a:latin typeface="Arial" panose="020B0604020202020204" pitchFamily="34" charset="0"/>
                </a:rPr>
                <a:t>Werkgroep</a:t>
              </a:r>
            </a:p>
            <a:p>
              <a:pPr algn="l"/>
              <a:endParaRPr lang="en-US" altLang="nl-NL" b="1">
                <a:latin typeface="Arial" panose="020B0604020202020204" pitchFamily="34" charset="0"/>
              </a:endParaRPr>
            </a:p>
          </p:txBody>
        </p:sp>
      </p:grpSp>
      <p:grpSp>
        <p:nvGrpSpPr>
          <p:cNvPr id="440566" name="Group 246">
            <a:extLst>
              <a:ext uri="{FF2B5EF4-FFF2-40B4-BE49-F238E27FC236}">
                <a16:creationId xmlns:a16="http://schemas.microsoft.com/office/drawing/2014/main" id="{0F5ADBD9-AF6C-4D5D-F91E-6CF543D222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0" y="3614738"/>
            <a:ext cx="3897313" cy="1490662"/>
            <a:chOff x="-95" y="2325"/>
            <a:chExt cx="2726" cy="1042"/>
          </a:xfrm>
        </p:grpSpPr>
        <p:grpSp>
          <p:nvGrpSpPr>
            <p:cNvPr id="440565" name="Group 245">
              <a:extLst>
                <a:ext uri="{FF2B5EF4-FFF2-40B4-BE49-F238E27FC236}">
                  <a16:creationId xmlns:a16="http://schemas.microsoft.com/office/drawing/2014/main" id="{8AC5A534-E113-E249-F225-A80C13F06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95" y="2325"/>
              <a:ext cx="2726" cy="983"/>
              <a:chOff x="-95" y="2325"/>
              <a:chExt cx="2726" cy="983"/>
            </a:xfrm>
          </p:grpSpPr>
          <p:grpSp>
            <p:nvGrpSpPr>
              <p:cNvPr id="440404" name="Group 84">
                <a:extLst>
                  <a:ext uri="{FF2B5EF4-FFF2-40B4-BE49-F238E27FC236}">
                    <a16:creationId xmlns:a16="http://schemas.microsoft.com/office/drawing/2014/main" id="{2F4A496A-5A25-3184-1362-27A0E66081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2307385" flipV="1">
                <a:off x="-95" y="3078"/>
                <a:ext cx="2712" cy="230"/>
                <a:chOff x="96" y="1584"/>
                <a:chExt cx="5544" cy="432"/>
              </a:xfrm>
            </p:grpSpPr>
            <p:sp>
              <p:nvSpPr>
                <p:cNvPr id="440405" name="Rectangle 85">
                  <a:extLst>
                    <a:ext uri="{FF2B5EF4-FFF2-40B4-BE49-F238E27FC236}">
                      <a16:creationId xmlns:a16="http://schemas.microsoft.com/office/drawing/2014/main" id="{970E3C5C-4127-7620-4E62-17BB597F9B4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28" y="1584"/>
                  <a:ext cx="912" cy="432"/>
                </a:xfrm>
                <a:prstGeom prst="rect">
                  <a:avLst/>
                </a:prstGeom>
                <a:solidFill>
                  <a:srgbClr val="EF8114"/>
                </a:solidFill>
                <a:ln>
                  <a:noFill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r>
                    <a:rPr lang="en-US" altLang="nl-NL" sz="100" b="1">
                      <a:latin typeface="Arial" panose="020B0604020202020204" pitchFamily="34" charset="0"/>
                    </a:rPr>
                    <a:t>Maintenance</a:t>
                  </a:r>
                  <a:endParaRPr lang="en-US" altLang="nl-NL" sz="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406" name="Rectangle 86">
                  <a:extLst>
                    <a:ext uri="{FF2B5EF4-FFF2-40B4-BE49-F238E27FC236}">
                      <a16:creationId xmlns:a16="http://schemas.microsoft.com/office/drawing/2014/main" id="{03B142A9-3A35-F30E-DAA0-AC8FFB9665F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584" y="1584"/>
                  <a:ext cx="912" cy="432"/>
                </a:xfrm>
                <a:prstGeom prst="rect">
                  <a:avLst/>
                </a:prstGeom>
                <a:solidFill>
                  <a:srgbClr val="EF8114"/>
                </a:solidFill>
                <a:ln>
                  <a:noFill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r>
                    <a:rPr lang="en-US" altLang="nl-NL" sz="100" b="1">
                      <a:latin typeface="Arial" panose="020B0604020202020204" pitchFamily="34" charset="0"/>
                    </a:rPr>
                    <a:t>Sales &amp;</a:t>
                  </a:r>
                  <a:br>
                    <a:rPr lang="en-US" altLang="nl-NL" sz="100" b="1">
                      <a:latin typeface="Arial" panose="020B0604020202020204" pitchFamily="34" charset="0"/>
                    </a:rPr>
                  </a:br>
                  <a:r>
                    <a:rPr lang="en-US" altLang="nl-NL" sz="100" b="1">
                      <a:latin typeface="Arial" panose="020B0604020202020204" pitchFamily="34" charset="0"/>
                    </a:rPr>
                    <a:t>Marketing</a:t>
                  </a:r>
                  <a:endParaRPr lang="en-US" altLang="nl-NL" sz="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407" name="Rectangle 87">
                  <a:extLst>
                    <a:ext uri="{FF2B5EF4-FFF2-40B4-BE49-F238E27FC236}">
                      <a16:creationId xmlns:a16="http://schemas.microsoft.com/office/drawing/2014/main" id="{F552088C-8A79-C537-04E8-1957A8EE1CA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408" y="1584"/>
                  <a:ext cx="912" cy="432"/>
                </a:xfrm>
                <a:prstGeom prst="rect">
                  <a:avLst/>
                </a:prstGeom>
                <a:solidFill>
                  <a:srgbClr val="EF8114"/>
                </a:solidFill>
                <a:ln>
                  <a:noFill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r>
                    <a:rPr lang="en-US" altLang="nl-NL" sz="100" b="1">
                      <a:latin typeface="Arial" panose="020B0604020202020204" pitchFamily="34" charset="0"/>
                    </a:rPr>
                    <a:t>Logistics</a:t>
                  </a:r>
                  <a:endParaRPr lang="en-US" altLang="nl-NL" sz="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408" name="Rectangle 88">
                  <a:extLst>
                    <a:ext uri="{FF2B5EF4-FFF2-40B4-BE49-F238E27FC236}">
                      <a16:creationId xmlns:a16="http://schemas.microsoft.com/office/drawing/2014/main" id="{D1439F4D-F83A-BFA8-01F0-F04C0A6696A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248" y="1584"/>
                  <a:ext cx="912" cy="432"/>
                </a:xfrm>
                <a:prstGeom prst="rect">
                  <a:avLst/>
                </a:prstGeom>
                <a:solidFill>
                  <a:srgbClr val="EF8114"/>
                </a:solidFill>
                <a:ln>
                  <a:noFill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r>
                    <a:rPr lang="en-US" altLang="nl-NL" sz="100" b="1">
                      <a:latin typeface="Arial" panose="020B0604020202020204" pitchFamily="34" charset="0"/>
                    </a:rPr>
                    <a:t>Production</a:t>
                  </a:r>
                  <a:endParaRPr lang="en-US" altLang="nl-NL" sz="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409" name="Rectangle 89">
                  <a:extLst>
                    <a:ext uri="{FF2B5EF4-FFF2-40B4-BE49-F238E27FC236}">
                      <a16:creationId xmlns:a16="http://schemas.microsoft.com/office/drawing/2014/main" id="{BA1B0931-79DD-4825-C648-C031AAAAC40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6" y="1584"/>
                  <a:ext cx="912" cy="432"/>
                </a:xfrm>
                <a:prstGeom prst="rect">
                  <a:avLst/>
                </a:prstGeom>
                <a:solidFill>
                  <a:srgbClr val="EF8114"/>
                </a:solidFill>
                <a:ln>
                  <a:noFill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r>
                    <a:rPr lang="en-US" altLang="nl-NL" sz="100" b="1">
                      <a:latin typeface="Arial" panose="020B0604020202020204" pitchFamily="34" charset="0"/>
                    </a:rPr>
                    <a:t>Engineering</a:t>
                  </a:r>
                  <a:endParaRPr lang="en-US" altLang="nl-NL" sz="1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40417" name="Group 97">
                <a:extLst>
                  <a:ext uri="{FF2B5EF4-FFF2-40B4-BE49-F238E27FC236}">
                    <a16:creationId xmlns:a16="http://schemas.microsoft.com/office/drawing/2014/main" id="{1CC5EB66-DB6D-1FBF-DF75-1FA8741FAF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2307385" flipV="1">
                <a:off x="824" y="2325"/>
                <a:ext cx="1807" cy="614"/>
                <a:chOff x="1056" y="2592"/>
                <a:chExt cx="3696" cy="1152"/>
              </a:xfrm>
            </p:grpSpPr>
            <p:sp>
              <p:nvSpPr>
                <p:cNvPr id="440418" name="AutoShape 98">
                  <a:extLst>
                    <a:ext uri="{FF2B5EF4-FFF2-40B4-BE49-F238E27FC236}">
                      <a16:creationId xmlns:a16="http://schemas.microsoft.com/office/drawing/2014/main" id="{F2F31DDA-BBE3-1CD8-5860-C457458DA8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6" y="2592"/>
                  <a:ext cx="3696" cy="1152"/>
                </a:xfrm>
                <a:prstGeom prst="can">
                  <a:avLst>
                    <a:gd name="adj" fmla="val 25000"/>
                  </a:avLst>
                </a:prstGeom>
                <a:solidFill>
                  <a:srgbClr val="EF8114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107763" dir="189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r>
                    <a:rPr lang="en-US" altLang="nl-NL" sz="100" u="sng">
                      <a:latin typeface="Arial" panose="020B0604020202020204" pitchFamily="34" charset="0"/>
                    </a:rPr>
                    <a:t>XML enriched objects</a:t>
                  </a:r>
                </a:p>
              </p:txBody>
            </p:sp>
            <p:sp>
              <p:nvSpPr>
                <p:cNvPr id="440419" name="AutoShape 99">
                  <a:extLst>
                    <a:ext uri="{FF2B5EF4-FFF2-40B4-BE49-F238E27FC236}">
                      <a16:creationId xmlns:a16="http://schemas.microsoft.com/office/drawing/2014/main" id="{15DCCC75-E1DE-4E48-AD30-79C3ECCE0F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264" y="2928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0" name="AutoShape 100">
                  <a:extLst>
                    <a:ext uri="{FF2B5EF4-FFF2-40B4-BE49-F238E27FC236}">
                      <a16:creationId xmlns:a16="http://schemas.microsoft.com/office/drawing/2014/main" id="{DD3F8FD6-BB22-1919-C31C-653BD2DEFE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80" y="2736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1" name="AutoShape 101">
                  <a:extLst>
                    <a:ext uri="{FF2B5EF4-FFF2-40B4-BE49-F238E27FC236}">
                      <a16:creationId xmlns:a16="http://schemas.microsoft.com/office/drawing/2014/main" id="{C2024F7C-F10B-9732-0769-6B6E3EDDC93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400" y="3408"/>
                  <a:ext cx="275" cy="25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2" name="AutoShape 102">
                  <a:extLst>
                    <a:ext uri="{FF2B5EF4-FFF2-40B4-BE49-F238E27FC236}">
                      <a16:creationId xmlns:a16="http://schemas.microsoft.com/office/drawing/2014/main" id="{17A7AE93-85F7-D7A2-B3BC-FBB208606F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36" y="3552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3" name="AutoShape 103">
                  <a:extLst>
                    <a:ext uri="{FF2B5EF4-FFF2-40B4-BE49-F238E27FC236}">
                      <a16:creationId xmlns:a16="http://schemas.microsoft.com/office/drawing/2014/main" id="{25AF43C7-6FD0-6CF4-A04A-AAE24721EC4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416" y="3552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4" name="AutoShape 104">
                  <a:extLst>
                    <a:ext uri="{FF2B5EF4-FFF2-40B4-BE49-F238E27FC236}">
                      <a16:creationId xmlns:a16="http://schemas.microsoft.com/office/drawing/2014/main" id="{720944BC-5BC5-E305-300D-DD17D8591B4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32" y="2736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5" name="AutoShape 105">
                  <a:extLst>
                    <a:ext uri="{FF2B5EF4-FFF2-40B4-BE49-F238E27FC236}">
                      <a16:creationId xmlns:a16="http://schemas.microsoft.com/office/drawing/2014/main" id="{B9ADB445-8C99-D0CF-B94E-C5E2AC78504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12" y="3504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6" name="AutoShape 106">
                  <a:extLst>
                    <a:ext uri="{FF2B5EF4-FFF2-40B4-BE49-F238E27FC236}">
                      <a16:creationId xmlns:a16="http://schemas.microsoft.com/office/drawing/2014/main" id="{12380553-64B0-A456-2C59-83BDF2D922A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20" y="3024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7" name="AutoShape 107">
                  <a:extLst>
                    <a:ext uri="{FF2B5EF4-FFF2-40B4-BE49-F238E27FC236}">
                      <a16:creationId xmlns:a16="http://schemas.microsoft.com/office/drawing/2014/main" id="{A43E4105-0559-4E5A-4BFC-DADCFDBC2E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88" y="2976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8" name="AutoShape 108">
                  <a:extLst>
                    <a:ext uri="{FF2B5EF4-FFF2-40B4-BE49-F238E27FC236}">
                      <a16:creationId xmlns:a16="http://schemas.microsoft.com/office/drawing/2014/main" id="{CC716AF7-72BA-BA14-8A39-FC2B5F5BCBE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3456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29" name="AutoShape 109">
                  <a:extLst>
                    <a:ext uri="{FF2B5EF4-FFF2-40B4-BE49-F238E27FC236}">
                      <a16:creationId xmlns:a16="http://schemas.microsoft.com/office/drawing/2014/main" id="{9A8468A7-CDB5-DD4E-F141-AEE5FA22938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688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0" name="AutoShape 110">
                  <a:extLst>
                    <a:ext uri="{FF2B5EF4-FFF2-40B4-BE49-F238E27FC236}">
                      <a16:creationId xmlns:a16="http://schemas.microsoft.com/office/drawing/2014/main" id="{240F649F-30E9-5DA3-2785-51B3253F803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68" y="2832"/>
                  <a:ext cx="275" cy="25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1" name="AutoShape 111">
                  <a:extLst>
                    <a:ext uri="{FF2B5EF4-FFF2-40B4-BE49-F238E27FC236}">
                      <a16:creationId xmlns:a16="http://schemas.microsoft.com/office/drawing/2014/main" id="{EAEF34D2-5DB8-7ECB-CE7C-B8351E16379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304" y="2608"/>
                  <a:ext cx="275" cy="25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2" name="AutoShape 112">
                  <a:extLst>
                    <a:ext uri="{FF2B5EF4-FFF2-40B4-BE49-F238E27FC236}">
                      <a16:creationId xmlns:a16="http://schemas.microsoft.com/office/drawing/2014/main" id="{7B617048-E14F-A10B-1A40-1A5A4964508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6" y="3072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3" name="AutoShape 113">
                  <a:extLst>
                    <a:ext uri="{FF2B5EF4-FFF2-40B4-BE49-F238E27FC236}">
                      <a16:creationId xmlns:a16="http://schemas.microsoft.com/office/drawing/2014/main" id="{69BD4AC4-7062-07D7-FE56-A35C58543AF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498" y="3204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4" name="AutoShape 114">
                  <a:extLst>
                    <a:ext uri="{FF2B5EF4-FFF2-40B4-BE49-F238E27FC236}">
                      <a16:creationId xmlns:a16="http://schemas.microsoft.com/office/drawing/2014/main" id="{ED92E553-A903-B18B-E0DB-DB7854D2D1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824" y="3552"/>
                  <a:ext cx="97" cy="9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5" name="AutoShape 115">
                  <a:extLst>
                    <a:ext uri="{FF2B5EF4-FFF2-40B4-BE49-F238E27FC236}">
                      <a16:creationId xmlns:a16="http://schemas.microsoft.com/office/drawing/2014/main" id="{0010E9EA-92FE-B669-F099-FC4CC6DBA53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4" y="2616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6" name="AutoShape 116">
                  <a:extLst>
                    <a:ext uri="{FF2B5EF4-FFF2-40B4-BE49-F238E27FC236}">
                      <a16:creationId xmlns:a16="http://schemas.microsoft.com/office/drawing/2014/main" id="{E49E7081-B929-5903-CAF3-13208265831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248" y="3216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7" name="AutoShape 117">
                  <a:extLst>
                    <a:ext uri="{FF2B5EF4-FFF2-40B4-BE49-F238E27FC236}">
                      <a16:creationId xmlns:a16="http://schemas.microsoft.com/office/drawing/2014/main" id="{E1344922-72C1-A1AF-5BD5-B8D736B344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2688"/>
                  <a:ext cx="170" cy="15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F8114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EF8114"/>
                  </a:extrusionClr>
                  <a:contourClr>
                    <a:srgbClr val="EF8114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8" name="Oval 118">
                  <a:extLst>
                    <a:ext uri="{FF2B5EF4-FFF2-40B4-BE49-F238E27FC236}">
                      <a16:creationId xmlns:a16="http://schemas.microsoft.com/office/drawing/2014/main" id="{E7FF03B5-DA18-5266-ED10-B189A28DFA2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792" y="2640"/>
                  <a:ext cx="186" cy="171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39" name="Oval 119">
                  <a:extLst>
                    <a:ext uri="{FF2B5EF4-FFF2-40B4-BE49-F238E27FC236}">
                      <a16:creationId xmlns:a16="http://schemas.microsoft.com/office/drawing/2014/main" id="{8D1B4B72-46EE-07A8-2528-E8691E6BED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151" y="2821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0" name="Oval 120">
                  <a:extLst>
                    <a:ext uri="{FF2B5EF4-FFF2-40B4-BE49-F238E27FC236}">
                      <a16:creationId xmlns:a16="http://schemas.microsoft.com/office/drawing/2014/main" id="{23984BF9-93FD-A0DF-4440-743A548BF25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32" y="3360"/>
                  <a:ext cx="235" cy="235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1" name="Oval 121">
                  <a:extLst>
                    <a:ext uri="{FF2B5EF4-FFF2-40B4-BE49-F238E27FC236}">
                      <a16:creationId xmlns:a16="http://schemas.microsoft.com/office/drawing/2014/main" id="{E162D939-543A-26C7-428F-F26E3690CD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464" y="3312"/>
                  <a:ext cx="235" cy="235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2" name="Oval 122">
                  <a:extLst>
                    <a:ext uri="{FF2B5EF4-FFF2-40B4-BE49-F238E27FC236}">
                      <a16:creationId xmlns:a16="http://schemas.microsoft.com/office/drawing/2014/main" id="{519C0183-2494-9320-95E7-65B317BD266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88" y="3120"/>
                  <a:ext cx="235" cy="235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3" name="Oval 123">
                  <a:extLst>
                    <a:ext uri="{FF2B5EF4-FFF2-40B4-BE49-F238E27FC236}">
                      <a16:creationId xmlns:a16="http://schemas.microsoft.com/office/drawing/2014/main" id="{E783BDEC-5A93-EB01-3D1A-DF2DEE5ED44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564" y="2958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4" name="Oval 124">
                  <a:extLst>
                    <a:ext uri="{FF2B5EF4-FFF2-40B4-BE49-F238E27FC236}">
                      <a16:creationId xmlns:a16="http://schemas.microsoft.com/office/drawing/2014/main" id="{D8E209E3-1A9D-913D-2710-E4A81100A9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88" y="2640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5" name="Oval 125">
                  <a:extLst>
                    <a:ext uri="{FF2B5EF4-FFF2-40B4-BE49-F238E27FC236}">
                      <a16:creationId xmlns:a16="http://schemas.microsoft.com/office/drawing/2014/main" id="{840E0E8A-EA11-E3F5-5B70-7FD29317C89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408" y="3552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6" name="Oval 126">
                  <a:extLst>
                    <a:ext uri="{FF2B5EF4-FFF2-40B4-BE49-F238E27FC236}">
                      <a16:creationId xmlns:a16="http://schemas.microsoft.com/office/drawing/2014/main" id="{EE9305A2-DE56-CB18-2209-B79463D46E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76" y="2688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7" name="Oval 127">
                  <a:extLst>
                    <a:ext uri="{FF2B5EF4-FFF2-40B4-BE49-F238E27FC236}">
                      <a16:creationId xmlns:a16="http://schemas.microsoft.com/office/drawing/2014/main" id="{62F0B3F4-CE98-6A3D-84D1-394BE089A4B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31" y="3301"/>
                  <a:ext cx="105" cy="114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8" name="Oval 128">
                  <a:extLst>
                    <a:ext uri="{FF2B5EF4-FFF2-40B4-BE49-F238E27FC236}">
                      <a16:creationId xmlns:a16="http://schemas.microsoft.com/office/drawing/2014/main" id="{61E84409-EEF7-85C8-51DB-07C36611E34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3312"/>
                  <a:ext cx="186" cy="171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49" name="Oval 129">
                  <a:extLst>
                    <a:ext uri="{FF2B5EF4-FFF2-40B4-BE49-F238E27FC236}">
                      <a16:creationId xmlns:a16="http://schemas.microsoft.com/office/drawing/2014/main" id="{B5E34986-618F-F773-4577-35C6677B8E9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64" y="2688"/>
                  <a:ext cx="186" cy="171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0" name="Oval 130">
                  <a:extLst>
                    <a:ext uri="{FF2B5EF4-FFF2-40B4-BE49-F238E27FC236}">
                      <a16:creationId xmlns:a16="http://schemas.microsoft.com/office/drawing/2014/main" id="{006CD712-1A1C-76DF-71F7-73C89B7DA62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464" y="2928"/>
                  <a:ext cx="186" cy="171"/>
                </a:xfrm>
                <a:prstGeom prst="ellipse">
                  <a:avLst/>
                </a:prstGeom>
                <a:solidFill>
                  <a:srgbClr val="FFFF99">
                    <a:alpha val="50000"/>
                  </a:srgbClr>
                </a:solidFill>
                <a:ln w="12699">
                  <a:round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  <a:contourClr>
                    <a:srgbClr val="FFFF99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1" name="AutoShape 131">
                  <a:extLst>
                    <a:ext uri="{FF2B5EF4-FFF2-40B4-BE49-F238E27FC236}">
                      <a16:creationId xmlns:a16="http://schemas.microsoft.com/office/drawing/2014/main" id="{F15ADB2D-5FB0-FCA5-4563-DE7527FD490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5" y="2904"/>
                  <a:ext cx="170" cy="162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2" name="AutoShape 132">
                  <a:extLst>
                    <a:ext uri="{FF2B5EF4-FFF2-40B4-BE49-F238E27FC236}">
                      <a16:creationId xmlns:a16="http://schemas.microsoft.com/office/drawing/2014/main" id="{30FEDA6B-2DB1-E3D9-7000-9E998C1907F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608" y="3120"/>
                  <a:ext cx="97" cy="80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3" name="AutoShape 133">
                  <a:extLst>
                    <a:ext uri="{FF2B5EF4-FFF2-40B4-BE49-F238E27FC236}">
                      <a16:creationId xmlns:a16="http://schemas.microsoft.com/office/drawing/2014/main" id="{B681FCE2-5DE4-0DF2-39AA-057F069E039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80" y="3408"/>
                  <a:ext cx="219" cy="227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4" name="AutoShape 134">
                  <a:extLst>
                    <a:ext uri="{FF2B5EF4-FFF2-40B4-BE49-F238E27FC236}">
                      <a16:creationId xmlns:a16="http://schemas.microsoft.com/office/drawing/2014/main" id="{21E06DE0-1D72-B8C3-A0C5-5CC7F943DEE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8" y="2976"/>
                  <a:ext cx="219" cy="227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5" name="AutoShape 135">
                  <a:extLst>
                    <a:ext uri="{FF2B5EF4-FFF2-40B4-BE49-F238E27FC236}">
                      <a16:creationId xmlns:a16="http://schemas.microsoft.com/office/drawing/2014/main" id="{3ECDE5D3-714C-7C44-051A-69E04E67D81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32" y="3264"/>
                  <a:ext cx="219" cy="227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6" name="AutoShape 136">
                  <a:extLst>
                    <a:ext uri="{FF2B5EF4-FFF2-40B4-BE49-F238E27FC236}">
                      <a16:creationId xmlns:a16="http://schemas.microsoft.com/office/drawing/2014/main" id="{F66C5859-099B-CBD0-041D-16BA80AB47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40" y="2928"/>
                  <a:ext cx="170" cy="162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7" name="AutoShape 137">
                  <a:extLst>
                    <a:ext uri="{FF2B5EF4-FFF2-40B4-BE49-F238E27FC236}">
                      <a16:creationId xmlns:a16="http://schemas.microsoft.com/office/drawing/2014/main" id="{04AA6A47-E981-CCF8-7F3C-84138DB7D93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84" y="3552"/>
                  <a:ext cx="170" cy="162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8" name="AutoShape 138">
                  <a:extLst>
                    <a:ext uri="{FF2B5EF4-FFF2-40B4-BE49-F238E27FC236}">
                      <a16:creationId xmlns:a16="http://schemas.microsoft.com/office/drawing/2014/main" id="{F11CE214-6612-8CB8-8A3C-D8624A68E6D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04" y="3408"/>
                  <a:ext cx="170" cy="162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59" name="AutoShape 139">
                  <a:extLst>
                    <a:ext uri="{FF2B5EF4-FFF2-40B4-BE49-F238E27FC236}">
                      <a16:creationId xmlns:a16="http://schemas.microsoft.com/office/drawing/2014/main" id="{35AB3300-D401-3275-3E8B-9C6F138A4D2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84" y="2976"/>
                  <a:ext cx="97" cy="80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0" name="AutoShape 140">
                  <a:extLst>
                    <a:ext uri="{FF2B5EF4-FFF2-40B4-BE49-F238E27FC236}">
                      <a16:creationId xmlns:a16="http://schemas.microsoft.com/office/drawing/2014/main" id="{AA038766-8D33-93E3-7B71-F1A292DA51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92" y="3312"/>
                  <a:ext cx="97" cy="80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1" name="AutoShape 141">
                  <a:extLst>
                    <a:ext uri="{FF2B5EF4-FFF2-40B4-BE49-F238E27FC236}">
                      <a16:creationId xmlns:a16="http://schemas.microsoft.com/office/drawing/2014/main" id="{061DD736-0DA4-1BF2-F3D6-74AF01CCD9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595" y="2955"/>
                  <a:ext cx="97" cy="80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2" name="AutoShape 142">
                  <a:extLst>
                    <a:ext uri="{FF2B5EF4-FFF2-40B4-BE49-F238E27FC236}">
                      <a16:creationId xmlns:a16="http://schemas.microsoft.com/office/drawing/2014/main" id="{5B05A0EC-6414-9C84-FF27-D4E83B1723E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60" y="3312"/>
                  <a:ext cx="97" cy="80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3" name="AutoShape 143">
                  <a:extLst>
                    <a:ext uri="{FF2B5EF4-FFF2-40B4-BE49-F238E27FC236}">
                      <a16:creationId xmlns:a16="http://schemas.microsoft.com/office/drawing/2014/main" id="{C1E9026D-FAA1-CDB7-2BD6-35A7B212AB0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36" y="3408"/>
                  <a:ext cx="97" cy="80"/>
                </a:xfrm>
                <a:prstGeom prst="diamond">
                  <a:avLst/>
                </a:prstGeom>
                <a:solidFill>
                  <a:srgbClr val="FC007E"/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4" name="AutoShape 144">
                  <a:extLst>
                    <a:ext uri="{FF2B5EF4-FFF2-40B4-BE49-F238E27FC236}">
                      <a16:creationId xmlns:a16="http://schemas.microsoft.com/office/drawing/2014/main" id="{23D984F8-4C08-A8D1-03DE-4A99EF1AC9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128" y="2880"/>
                  <a:ext cx="170" cy="162"/>
                </a:xfrm>
                <a:prstGeom prst="diamond">
                  <a:avLst/>
                </a:prstGeom>
                <a:solidFill>
                  <a:srgbClr val="FC007E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FC007E"/>
                  </a:extrusionClr>
                  <a:contourClr>
                    <a:srgbClr val="FC007E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5" name="Rectangle 145">
                  <a:extLst>
                    <a:ext uri="{FF2B5EF4-FFF2-40B4-BE49-F238E27FC236}">
                      <a16:creationId xmlns:a16="http://schemas.microsoft.com/office/drawing/2014/main" id="{C70A7A91-FC20-1889-D637-DC1B7E01D1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36" y="2688"/>
                  <a:ext cx="138" cy="13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6" name="Rectangle 146">
                  <a:extLst>
                    <a:ext uri="{FF2B5EF4-FFF2-40B4-BE49-F238E27FC236}">
                      <a16:creationId xmlns:a16="http://schemas.microsoft.com/office/drawing/2014/main" id="{A2C5F6F4-5DCE-A209-666A-3AA58171DC0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3072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7" name="Rectangle 147">
                  <a:extLst>
                    <a:ext uri="{FF2B5EF4-FFF2-40B4-BE49-F238E27FC236}">
                      <a16:creationId xmlns:a16="http://schemas.microsoft.com/office/drawing/2014/main" id="{0A8F25E2-F459-BF04-D959-7F7CB4DE03C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277" y="2900"/>
                  <a:ext cx="236" cy="22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8" name="Rectangle 148">
                  <a:extLst>
                    <a:ext uri="{FF2B5EF4-FFF2-40B4-BE49-F238E27FC236}">
                      <a16:creationId xmlns:a16="http://schemas.microsoft.com/office/drawing/2014/main" id="{633CC830-0D49-2762-E7EC-AB42870A38C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120" y="3504"/>
                  <a:ext cx="236" cy="22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69" name="Rectangle 149">
                  <a:extLst>
                    <a:ext uri="{FF2B5EF4-FFF2-40B4-BE49-F238E27FC236}">
                      <a16:creationId xmlns:a16="http://schemas.microsoft.com/office/drawing/2014/main" id="{8CFBB28C-FC27-0B0B-EC39-AE4226255A1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32" y="3072"/>
                  <a:ext cx="236" cy="22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0" name="Rectangle 150">
                  <a:extLst>
                    <a:ext uri="{FF2B5EF4-FFF2-40B4-BE49-F238E27FC236}">
                      <a16:creationId xmlns:a16="http://schemas.microsoft.com/office/drawing/2014/main" id="{7A4F21F0-79E3-4110-635F-5243647B331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296" y="3552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1" name="Rectangle 151">
                  <a:extLst>
                    <a:ext uri="{FF2B5EF4-FFF2-40B4-BE49-F238E27FC236}">
                      <a16:creationId xmlns:a16="http://schemas.microsoft.com/office/drawing/2014/main" id="{CA0D9F97-166E-B394-376B-1CA229BA8C5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48" y="3552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2" name="Rectangle 152">
                  <a:extLst>
                    <a:ext uri="{FF2B5EF4-FFF2-40B4-BE49-F238E27FC236}">
                      <a16:creationId xmlns:a16="http://schemas.microsoft.com/office/drawing/2014/main" id="{218B24A1-8880-793D-4353-F261B14898E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16" y="3504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3" name="Rectangle 153">
                  <a:extLst>
                    <a:ext uri="{FF2B5EF4-FFF2-40B4-BE49-F238E27FC236}">
                      <a16:creationId xmlns:a16="http://schemas.microsoft.com/office/drawing/2014/main" id="{649DEB09-C5D7-19BF-0079-D08F5DE30B1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20" y="3408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4" name="Rectangle 154">
                  <a:extLst>
                    <a:ext uri="{FF2B5EF4-FFF2-40B4-BE49-F238E27FC236}">
                      <a16:creationId xmlns:a16="http://schemas.microsoft.com/office/drawing/2014/main" id="{F5919D2A-45FD-600F-B0C8-CED024A5570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128" y="3552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5" name="Rectangle 155">
                  <a:extLst>
                    <a:ext uri="{FF2B5EF4-FFF2-40B4-BE49-F238E27FC236}">
                      <a16:creationId xmlns:a16="http://schemas.microsoft.com/office/drawing/2014/main" id="{E28E0E27-C0D8-92D2-8482-937082DE4A7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448" y="2976"/>
                  <a:ext cx="138" cy="13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6" name="Rectangle 156">
                  <a:extLst>
                    <a:ext uri="{FF2B5EF4-FFF2-40B4-BE49-F238E27FC236}">
                      <a16:creationId xmlns:a16="http://schemas.microsoft.com/office/drawing/2014/main" id="{6970847C-693C-EF30-67B5-1D3F1F7034E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304" y="3456"/>
                  <a:ext cx="138" cy="13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7" name="Rectangle 157">
                  <a:extLst>
                    <a:ext uri="{FF2B5EF4-FFF2-40B4-BE49-F238E27FC236}">
                      <a16:creationId xmlns:a16="http://schemas.microsoft.com/office/drawing/2014/main" id="{AD6C0A00-6453-4DEA-E05A-B292C77CF91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28" y="3024"/>
                  <a:ext cx="138" cy="130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8" name="Rectangle 158">
                  <a:extLst>
                    <a:ext uri="{FF2B5EF4-FFF2-40B4-BE49-F238E27FC236}">
                      <a16:creationId xmlns:a16="http://schemas.microsoft.com/office/drawing/2014/main" id="{2A7D9315-94E6-2E3E-C3B7-4000D15E53E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552" y="2736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79" name="Rectangle 159">
                  <a:extLst>
                    <a:ext uri="{FF2B5EF4-FFF2-40B4-BE49-F238E27FC236}">
                      <a16:creationId xmlns:a16="http://schemas.microsoft.com/office/drawing/2014/main" id="{0397B1E8-6EC7-38F8-40B5-D8D4400AADE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04" y="2832"/>
                  <a:ext cx="90" cy="74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 w="12699">
                  <a:miter lim="800000"/>
                  <a:headEnd type="none" w="sm" len="sm"/>
                  <a:tailEnd type="none" w="sm" len="sm"/>
                </a:ln>
                <a:effectLst/>
                <a:scene3d>
                  <a:camera prst="legacyObliqueTopRight"/>
                  <a:lightRig rig="legacyFlat3" dir="b"/>
                </a:scene3d>
                <a:sp3d extrusionH="125400" prstMaterial="legacyMatte">
                  <a:bevelT w="13500" h="13500" prst="angle"/>
                  <a:bevelB w="13500" h="13500" prst="angle"/>
                  <a:extrusionClr>
                    <a:srgbClr val="66FFFF"/>
                  </a:extrusionClr>
                  <a:contourClr>
                    <a:srgbClr val="66FFFF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</p:grpSp>
          <p:grpSp>
            <p:nvGrpSpPr>
              <p:cNvPr id="440411" name="Group 91">
                <a:extLst>
                  <a:ext uri="{FF2B5EF4-FFF2-40B4-BE49-F238E27FC236}">
                    <a16:creationId xmlns:a16="http://schemas.microsoft.com/office/drawing/2014/main" id="{EC3C773C-A662-B71A-D59E-CD933DCEC06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2307385" flipV="1">
                <a:off x="467" y="2786"/>
                <a:ext cx="1947" cy="362"/>
                <a:chOff x="880" y="2002"/>
                <a:chExt cx="3982" cy="679"/>
              </a:xfrm>
            </p:grpSpPr>
            <p:sp>
              <p:nvSpPr>
                <p:cNvPr id="440412" name="AutoShape 92">
                  <a:extLst>
                    <a:ext uri="{FF2B5EF4-FFF2-40B4-BE49-F238E27FC236}">
                      <a16:creationId xmlns:a16="http://schemas.microsoft.com/office/drawing/2014/main" id="{19EAB297-EE49-2F94-3AD4-AA00F2CE13E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2716935">
                  <a:off x="712" y="2225"/>
                  <a:ext cx="624" cy="288"/>
                </a:xfrm>
                <a:prstGeom prst="leftRightArrow">
                  <a:avLst>
                    <a:gd name="adj1" fmla="val 50000"/>
                    <a:gd name="adj2" fmla="val 43333"/>
                  </a:avLst>
                </a:prstGeom>
                <a:solidFill>
                  <a:srgbClr val="FFB265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B265"/>
                  </a:extrusionClr>
                  <a:contourClr>
                    <a:srgbClr val="FFB265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13" name="AutoShape 93">
                  <a:extLst>
                    <a:ext uri="{FF2B5EF4-FFF2-40B4-BE49-F238E27FC236}">
                      <a16:creationId xmlns:a16="http://schemas.microsoft.com/office/drawing/2014/main" id="{FD19CB5F-A51E-E044-0591-2DEDBAB515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4064940">
                  <a:off x="1585" y="2174"/>
                  <a:ext cx="528" cy="288"/>
                </a:xfrm>
                <a:prstGeom prst="leftRightArrow">
                  <a:avLst>
                    <a:gd name="adj1" fmla="val 50000"/>
                    <a:gd name="adj2" fmla="val 36667"/>
                  </a:avLst>
                </a:prstGeom>
                <a:solidFill>
                  <a:srgbClr val="FFB265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B265"/>
                  </a:extrusionClr>
                  <a:contourClr>
                    <a:srgbClr val="FFB265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14" name="AutoShape 94">
                  <a:extLst>
                    <a:ext uri="{FF2B5EF4-FFF2-40B4-BE49-F238E27FC236}">
                      <a16:creationId xmlns:a16="http://schemas.microsoft.com/office/drawing/2014/main" id="{D63741A7-DABB-FB98-BF4E-CC1DB72BBE0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298622">
                  <a:off x="2611" y="2179"/>
                  <a:ext cx="488" cy="240"/>
                </a:xfrm>
                <a:prstGeom prst="leftRightArrow">
                  <a:avLst>
                    <a:gd name="adj1" fmla="val 50000"/>
                    <a:gd name="adj2" fmla="val 40667"/>
                  </a:avLst>
                </a:prstGeom>
                <a:solidFill>
                  <a:srgbClr val="FFB265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B265"/>
                  </a:extrusionClr>
                  <a:contourClr>
                    <a:srgbClr val="FFB265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15" name="AutoShape 95">
                  <a:extLst>
                    <a:ext uri="{FF2B5EF4-FFF2-40B4-BE49-F238E27FC236}">
                      <a16:creationId xmlns:a16="http://schemas.microsoft.com/office/drawing/2014/main" id="{00986271-F90C-5C87-9398-21B805CDBB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6425382">
                  <a:off x="3672" y="2184"/>
                  <a:ext cx="528" cy="288"/>
                </a:xfrm>
                <a:prstGeom prst="leftRightArrow">
                  <a:avLst>
                    <a:gd name="adj1" fmla="val 50000"/>
                    <a:gd name="adj2" fmla="val 36667"/>
                  </a:avLst>
                </a:prstGeom>
                <a:solidFill>
                  <a:srgbClr val="FFB265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B265"/>
                  </a:extrusionClr>
                  <a:contourClr>
                    <a:srgbClr val="FFB265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  <p:sp>
              <p:nvSpPr>
                <p:cNvPr id="440416" name="AutoShape 96">
                  <a:extLst>
                    <a:ext uri="{FF2B5EF4-FFF2-40B4-BE49-F238E27FC236}">
                      <a16:creationId xmlns:a16="http://schemas.microsoft.com/office/drawing/2014/main" id="{D38A0CCC-E7C1-6506-38F3-7B05D62A4AA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-13568872">
                  <a:off x="4382" y="2194"/>
                  <a:ext cx="672" cy="288"/>
                </a:xfrm>
                <a:prstGeom prst="leftRightArrow">
                  <a:avLst>
                    <a:gd name="adj1" fmla="val 50000"/>
                    <a:gd name="adj2" fmla="val 46667"/>
                  </a:avLst>
                </a:prstGeom>
                <a:solidFill>
                  <a:srgbClr val="FFB265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B265"/>
                  </a:extrusionClr>
                  <a:contourClr>
                    <a:srgbClr val="FFB265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nl-NL"/>
                </a:p>
              </p:txBody>
            </p:sp>
          </p:grpSp>
        </p:grpSp>
        <p:sp>
          <p:nvSpPr>
            <p:cNvPr id="440480" name="Text Box 160">
              <a:extLst>
                <a:ext uri="{FF2B5EF4-FFF2-40B4-BE49-F238E27FC236}">
                  <a16:creationId xmlns:a16="http://schemas.microsoft.com/office/drawing/2014/main" id="{160E1CDF-D8E1-5C5F-DD58-30036870509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2306114">
              <a:off x="620" y="3047"/>
              <a:ext cx="1446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 b="1">
                  <a:latin typeface="Arial" panose="020B0604020202020204" pitchFamily="34" charset="0"/>
                </a:rPr>
                <a:t>Leveranciers</a:t>
              </a:r>
            </a:p>
          </p:txBody>
        </p:sp>
      </p:grpSp>
      <p:sp>
        <p:nvSpPr>
          <p:cNvPr id="440570" name="Cloud">
            <a:extLst>
              <a:ext uri="{FF2B5EF4-FFF2-40B4-BE49-F238E27FC236}">
                <a16:creationId xmlns:a16="http://schemas.microsoft.com/office/drawing/2014/main" id="{1AEBF6A7-A86D-BE63-ADAC-C96C5E96098D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3200400" y="2667000"/>
            <a:ext cx="2895600" cy="173831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49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br>
              <a:rPr lang="en-US" altLang="nl-NL" sz="1200">
                <a:solidFill>
                  <a:srgbClr val="2F2F9B"/>
                </a:solidFill>
                <a:latin typeface="Arial" panose="020B0604020202020204" pitchFamily="34" charset="0"/>
              </a:rPr>
            </a:br>
            <a:r>
              <a:rPr lang="en-US" altLang="nl-NL">
                <a:solidFill>
                  <a:srgbClr val="2F2F9B"/>
                </a:solidFill>
                <a:latin typeface="Arial" panose="020B0604020202020204" pitchFamily="34" charset="0"/>
              </a:rPr>
              <a:t>eCommunity</a:t>
            </a:r>
          </a:p>
          <a:p>
            <a:r>
              <a:rPr lang="en-US" altLang="nl-NL">
                <a:solidFill>
                  <a:srgbClr val="2F2F9B"/>
                </a:solidFill>
                <a:latin typeface="Arial" panose="020B0604020202020204" pitchFamily="34" charset="0"/>
              </a:rPr>
              <a:t>NameSpace</a:t>
            </a:r>
            <a:endParaRPr lang="en-GB" altLang="nl-NL">
              <a:solidFill>
                <a:srgbClr val="2F2F9B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0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0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40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0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70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>
            <a:extLst>
              <a:ext uri="{FF2B5EF4-FFF2-40B4-BE49-F238E27FC236}">
                <a16:creationId xmlns:a16="http://schemas.microsoft.com/office/drawing/2014/main" id="{B16E7868-A0B5-4587-B3DD-A7C7482EC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De juiste context</a:t>
            </a:r>
            <a:endParaRPr lang="en-GB" altLang="nl-NL"/>
          </a:p>
        </p:txBody>
      </p:sp>
      <p:grpSp>
        <p:nvGrpSpPr>
          <p:cNvPr id="441374" name="Group 30">
            <a:extLst>
              <a:ext uri="{FF2B5EF4-FFF2-40B4-BE49-F238E27FC236}">
                <a16:creationId xmlns:a16="http://schemas.microsoft.com/office/drawing/2014/main" id="{BCCC433E-8919-214B-A0C7-350FA429FE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7400" y="2765425"/>
            <a:ext cx="5257800" cy="2949575"/>
            <a:chOff x="1000" y="1632"/>
            <a:chExt cx="3679" cy="2064"/>
          </a:xfrm>
        </p:grpSpPr>
        <p:grpSp>
          <p:nvGrpSpPr>
            <p:cNvPr id="441373" name="Group 29">
              <a:extLst>
                <a:ext uri="{FF2B5EF4-FFF2-40B4-BE49-F238E27FC236}">
                  <a16:creationId xmlns:a16="http://schemas.microsoft.com/office/drawing/2014/main" id="{0DE4B932-80CA-9020-38D2-FE6AAA757C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0" y="1776"/>
              <a:ext cx="3408" cy="1920"/>
              <a:chOff x="1000" y="1776"/>
              <a:chExt cx="3408" cy="1920"/>
            </a:xfrm>
          </p:grpSpPr>
          <p:grpSp>
            <p:nvGrpSpPr>
              <p:cNvPr id="441356" name="Group 12">
                <a:extLst>
                  <a:ext uri="{FF2B5EF4-FFF2-40B4-BE49-F238E27FC236}">
                    <a16:creationId xmlns:a16="http://schemas.microsoft.com/office/drawing/2014/main" id="{FE1E6E68-558B-665C-C9B7-C83F43029EF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0" y="1776"/>
                <a:ext cx="432" cy="1920"/>
                <a:chOff x="1000" y="1776"/>
                <a:chExt cx="432" cy="1920"/>
              </a:xfrm>
            </p:grpSpPr>
            <p:sp>
              <p:nvSpPr>
                <p:cNvPr id="441357" name="Oval 13">
                  <a:extLst>
                    <a:ext uri="{FF2B5EF4-FFF2-40B4-BE49-F238E27FC236}">
                      <a16:creationId xmlns:a16="http://schemas.microsoft.com/office/drawing/2014/main" id="{58AC10BE-65A6-2B74-2872-2EC8171041A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3264"/>
                  <a:ext cx="432" cy="43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  <p:sp>
              <p:nvSpPr>
                <p:cNvPr id="441358" name="Rectangle 14">
                  <a:extLst>
                    <a:ext uri="{FF2B5EF4-FFF2-40B4-BE49-F238E27FC236}">
                      <a16:creationId xmlns:a16="http://schemas.microsoft.com/office/drawing/2014/main" id="{E3E3E783-FA2B-071D-D575-49DD00839FC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04" y="1776"/>
                  <a:ext cx="235" cy="15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</p:grpSp>
          <p:grpSp>
            <p:nvGrpSpPr>
              <p:cNvPr id="441359" name="Group 15">
                <a:extLst>
                  <a:ext uri="{FF2B5EF4-FFF2-40B4-BE49-F238E27FC236}">
                    <a16:creationId xmlns:a16="http://schemas.microsoft.com/office/drawing/2014/main" id="{64E11C9A-39A6-AD8A-114F-F4F93497B3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41" y="1776"/>
                <a:ext cx="432" cy="1920"/>
                <a:chOff x="1000" y="1776"/>
                <a:chExt cx="432" cy="1920"/>
              </a:xfrm>
            </p:grpSpPr>
            <p:sp>
              <p:nvSpPr>
                <p:cNvPr id="441360" name="Oval 16">
                  <a:extLst>
                    <a:ext uri="{FF2B5EF4-FFF2-40B4-BE49-F238E27FC236}">
                      <a16:creationId xmlns:a16="http://schemas.microsoft.com/office/drawing/2014/main" id="{B7E21214-070C-A137-BFB2-E91EA3164E0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3264"/>
                  <a:ext cx="432" cy="43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  <p:sp>
              <p:nvSpPr>
                <p:cNvPr id="441361" name="Rectangle 17">
                  <a:extLst>
                    <a:ext uri="{FF2B5EF4-FFF2-40B4-BE49-F238E27FC236}">
                      <a16:creationId xmlns:a16="http://schemas.microsoft.com/office/drawing/2014/main" id="{962A55AC-328D-B75D-8B89-4BF42D0F0B3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04" y="1776"/>
                  <a:ext cx="235" cy="15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</p:grpSp>
          <p:grpSp>
            <p:nvGrpSpPr>
              <p:cNvPr id="441362" name="Group 18">
                <a:extLst>
                  <a:ext uri="{FF2B5EF4-FFF2-40B4-BE49-F238E27FC236}">
                    <a16:creationId xmlns:a16="http://schemas.microsoft.com/office/drawing/2014/main" id="{D7D4179E-85B8-CE9F-A10A-607622B0729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76" y="1776"/>
                <a:ext cx="432" cy="1920"/>
                <a:chOff x="1000" y="1776"/>
                <a:chExt cx="432" cy="1920"/>
              </a:xfrm>
            </p:grpSpPr>
            <p:sp>
              <p:nvSpPr>
                <p:cNvPr id="441363" name="Oval 19">
                  <a:extLst>
                    <a:ext uri="{FF2B5EF4-FFF2-40B4-BE49-F238E27FC236}">
                      <a16:creationId xmlns:a16="http://schemas.microsoft.com/office/drawing/2014/main" id="{F720B455-754A-28C8-43F5-A74AC40029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3264"/>
                  <a:ext cx="432" cy="43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  <p:sp>
              <p:nvSpPr>
                <p:cNvPr id="441364" name="Rectangle 20">
                  <a:extLst>
                    <a:ext uri="{FF2B5EF4-FFF2-40B4-BE49-F238E27FC236}">
                      <a16:creationId xmlns:a16="http://schemas.microsoft.com/office/drawing/2014/main" id="{BAABA1CB-1F8E-8F2E-B1CF-F905C8DCA9C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04" y="1776"/>
                  <a:ext cx="235" cy="15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C4C1C">
                        <a:gamma/>
                        <a:shade val="46275"/>
                        <a:invGamma/>
                      </a:srgbClr>
                    </a:gs>
                    <a:gs pos="50000">
                      <a:srgbClr val="FC4C1C"/>
                    </a:gs>
                    <a:gs pos="100000">
                      <a:srgbClr val="FC4C1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nl-NL"/>
                </a:p>
              </p:txBody>
            </p:sp>
          </p:grpSp>
        </p:grpSp>
        <p:sp>
          <p:nvSpPr>
            <p:cNvPr id="441365" name="Text Box 21">
              <a:extLst>
                <a:ext uri="{FF2B5EF4-FFF2-40B4-BE49-F238E27FC236}">
                  <a16:creationId xmlns:a16="http://schemas.microsoft.com/office/drawing/2014/main" id="{331EDCF0-6F3B-F763-873F-2DBA37440EB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29" y="1632"/>
              <a:ext cx="363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 baseline="30000">
                  <a:latin typeface="Arial" panose="020B0604020202020204" pitchFamily="34" charset="0"/>
                </a:rPr>
                <a:t>o</a:t>
              </a:r>
              <a:r>
                <a:rPr lang="en-US" altLang="nl-NL">
                  <a:latin typeface="Arial" panose="020B0604020202020204" pitchFamily="34" charset="0"/>
                </a:rPr>
                <a:t>C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  <p:sp>
          <p:nvSpPr>
            <p:cNvPr id="441366" name="Text Box 22">
              <a:extLst>
                <a:ext uri="{FF2B5EF4-FFF2-40B4-BE49-F238E27FC236}">
                  <a16:creationId xmlns:a16="http://schemas.microsoft.com/office/drawing/2014/main" id="{2AD9C127-8528-CDA1-C529-30A885D45E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38" y="1632"/>
              <a:ext cx="3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 baseline="30000">
                  <a:latin typeface="Arial" panose="020B0604020202020204" pitchFamily="34" charset="0"/>
                </a:rPr>
                <a:t>o</a:t>
              </a:r>
              <a:r>
                <a:rPr lang="en-US" altLang="nl-NL">
                  <a:latin typeface="Arial" panose="020B0604020202020204" pitchFamily="34" charset="0"/>
                </a:rPr>
                <a:t>F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  <p:sp>
          <p:nvSpPr>
            <p:cNvPr id="441367" name="Text Box 23">
              <a:extLst>
                <a:ext uri="{FF2B5EF4-FFF2-40B4-BE49-F238E27FC236}">
                  <a16:creationId xmlns:a16="http://schemas.microsoft.com/office/drawing/2014/main" id="{F4618899-DEBD-2DB2-5442-3F2AA866ECC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9" y="1632"/>
              <a:ext cx="35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 baseline="30000">
                  <a:latin typeface="Arial" panose="020B0604020202020204" pitchFamily="34" charset="0"/>
                </a:rPr>
                <a:t>o</a:t>
              </a:r>
              <a:r>
                <a:rPr lang="en-US" altLang="nl-NL">
                  <a:latin typeface="Arial" panose="020B0604020202020204" pitchFamily="34" charset="0"/>
                </a:rPr>
                <a:t>K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</p:grpSp>
      <p:grpSp>
        <p:nvGrpSpPr>
          <p:cNvPr id="441372" name="Group 28">
            <a:extLst>
              <a:ext uri="{FF2B5EF4-FFF2-40B4-BE49-F238E27FC236}">
                <a16:creationId xmlns:a16="http://schemas.microsoft.com/office/drawing/2014/main" id="{65DADB4E-8085-636A-79C7-511C8F3F82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0825" y="1312863"/>
            <a:ext cx="5273675" cy="2413000"/>
            <a:chOff x="624" y="615"/>
            <a:chExt cx="3691" cy="1689"/>
          </a:xfrm>
        </p:grpSpPr>
        <p:sp>
          <p:nvSpPr>
            <p:cNvPr id="441351" name="Text Box 7">
              <a:extLst>
                <a:ext uri="{FF2B5EF4-FFF2-40B4-BE49-F238E27FC236}">
                  <a16:creationId xmlns:a16="http://schemas.microsoft.com/office/drawing/2014/main" id="{DFC5BD98-CB82-1DA0-62B7-6A211C5B509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4" y="1632"/>
              <a:ext cx="486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>
                  <a:latin typeface="Arial" panose="020B0604020202020204" pitchFamily="34" charset="0"/>
                </a:rPr>
                <a:t>100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  <p:sp>
          <p:nvSpPr>
            <p:cNvPr id="441352" name="Text Box 8">
              <a:extLst>
                <a:ext uri="{FF2B5EF4-FFF2-40B4-BE49-F238E27FC236}">
                  <a16:creationId xmlns:a16="http://schemas.microsoft.com/office/drawing/2014/main" id="{D25EA4B0-2301-7CC3-C9A9-4A4F25506D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03" y="1632"/>
              <a:ext cx="485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>
                  <a:latin typeface="Arial" panose="020B0604020202020204" pitchFamily="34" charset="0"/>
                </a:rPr>
                <a:t>212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  <p:sp>
          <p:nvSpPr>
            <p:cNvPr id="441353" name="Text Box 9">
              <a:extLst>
                <a:ext uri="{FF2B5EF4-FFF2-40B4-BE49-F238E27FC236}">
                  <a16:creationId xmlns:a16="http://schemas.microsoft.com/office/drawing/2014/main" id="{C4F9906F-559C-BCBF-9141-459CB91AD44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43" y="1632"/>
              <a:ext cx="485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nl-NL">
                  <a:latin typeface="Arial" panose="020B0604020202020204" pitchFamily="34" charset="0"/>
                </a:rPr>
                <a:t>373</a:t>
              </a:r>
              <a:endParaRPr lang="en-GB" altLang="nl-NL">
                <a:latin typeface="Arial" panose="020B0604020202020204" pitchFamily="34" charset="0"/>
              </a:endParaRPr>
            </a:p>
          </p:txBody>
        </p:sp>
        <p:grpSp>
          <p:nvGrpSpPr>
            <p:cNvPr id="441371" name="Group 27">
              <a:extLst>
                <a:ext uri="{FF2B5EF4-FFF2-40B4-BE49-F238E27FC236}">
                  <a16:creationId xmlns:a16="http://schemas.microsoft.com/office/drawing/2014/main" id="{116EE80B-B938-6792-099E-5C0862EEF8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3" y="615"/>
              <a:ext cx="3212" cy="1689"/>
              <a:chOff x="1103" y="615"/>
              <a:chExt cx="3212" cy="1689"/>
            </a:xfrm>
          </p:grpSpPr>
          <p:sp>
            <p:nvSpPr>
              <p:cNvPr id="441348" name="Rectangle 4">
                <a:extLst>
                  <a:ext uri="{FF2B5EF4-FFF2-40B4-BE49-F238E27FC236}">
                    <a16:creationId xmlns:a16="http://schemas.microsoft.com/office/drawing/2014/main" id="{93E922F1-EBC0-6D06-3FCD-2D061657F7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768"/>
                <a:ext cx="235" cy="1536"/>
              </a:xfrm>
              <a:prstGeom prst="rect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41349" name="Rectangle 5">
                <a:extLst>
                  <a:ext uri="{FF2B5EF4-FFF2-40B4-BE49-F238E27FC236}">
                    <a16:creationId xmlns:a16="http://schemas.microsoft.com/office/drawing/2014/main" id="{06E0CB7A-AC17-9A1C-FFD3-91934C81D4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0" y="768"/>
                <a:ext cx="235" cy="1536"/>
              </a:xfrm>
              <a:prstGeom prst="rect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41350" name="Rectangle 6">
                <a:extLst>
                  <a:ext uri="{FF2B5EF4-FFF2-40B4-BE49-F238E27FC236}">
                    <a16:creationId xmlns:a16="http://schemas.microsoft.com/office/drawing/2014/main" id="{D36028B9-4DF0-B2D7-F112-E49FA65768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5" y="768"/>
                <a:ext cx="235" cy="1536"/>
              </a:xfrm>
              <a:prstGeom prst="rect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41368" name="AutoShape 24">
                <a:extLst>
                  <a:ext uri="{FF2B5EF4-FFF2-40B4-BE49-F238E27FC236}">
                    <a16:creationId xmlns:a16="http://schemas.microsoft.com/office/drawing/2014/main" id="{950E0956-E75E-5CAD-4F06-3D37252297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1124" y="594"/>
                <a:ext cx="193" cy="236"/>
              </a:xfrm>
              <a:prstGeom prst="flowChartDelay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41369" name="AutoShape 25">
                <a:extLst>
                  <a:ext uri="{FF2B5EF4-FFF2-40B4-BE49-F238E27FC236}">
                    <a16:creationId xmlns:a16="http://schemas.microsoft.com/office/drawing/2014/main" id="{9281888F-F72F-9AB3-CDF6-CAD94507EB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2666" y="601"/>
                <a:ext cx="192" cy="234"/>
              </a:xfrm>
              <a:prstGeom prst="flowChartDelay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441370" name="AutoShape 26">
                <a:extLst>
                  <a:ext uri="{FF2B5EF4-FFF2-40B4-BE49-F238E27FC236}">
                    <a16:creationId xmlns:a16="http://schemas.microsoft.com/office/drawing/2014/main" id="{06150904-D7C5-2F8C-F5B0-990D7B872F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4100" y="602"/>
                <a:ext cx="192" cy="234"/>
              </a:xfrm>
              <a:prstGeom prst="flowChartDelay">
                <a:avLst/>
              </a:prstGeom>
              <a:gradFill rotWithShape="0">
                <a:gsLst>
                  <a:gs pos="0">
                    <a:srgbClr val="F0CD28">
                      <a:gamma/>
                      <a:shade val="46275"/>
                      <a:invGamma/>
                    </a:srgbClr>
                  </a:gs>
                  <a:gs pos="50000">
                    <a:srgbClr val="F0CD28"/>
                  </a:gs>
                  <a:gs pos="100000">
                    <a:srgbClr val="F0CD28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1026">
            <a:extLst>
              <a:ext uri="{FF2B5EF4-FFF2-40B4-BE49-F238E27FC236}">
                <a16:creationId xmlns:a16="http://schemas.microsoft.com/office/drawing/2014/main" id="{FA4AC63F-CD69-B274-178E-E13F414E4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Perceptie van de waarheid</a:t>
            </a:r>
            <a:endParaRPr lang="en-GB" altLang="nl-NL"/>
          </a:p>
        </p:txBody>
      </p:sp>
      <p:pic>
        <p:nvPicPr>
          <p:cNvPr id="442371" name="Picture 1027">
            <a:extLst>
              <a:ext uri="{FF2B5EF4-FFF2-40B4-BE49-F238E27FC236}">
                <a16:creationId xmlns:a16="http://schemas.microsoft.com/office/drawing/2014/main" id="{E75B4310-A1CF-EE87-9A1D-01748C055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52538"/>
            <a:ext cx="6019800" cy="440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2372" name="Picture 1028">
            <a:extLst>
              <a:ext uri="{FF2B5EF4-FFF2-40B4-BE49-F238E27FC236}">
                <a16:creationId xmlns:a16="http://schemas.microsoft.com/office/drawing/2014/main" id="{74525A7F-FE31-4FE1-7A46-498791E8A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2373" name="Picture 1029">
            <a:extLst>
              <a:ext uri="{FF2B5EF4-FFF2-40B4-BE49-F238E27FC236}">
                <a16:creationId xmlns:a16="http://schemas.microsoft.com/office/drawing/2014/main" id="{069038ED-7C17-E64C-9423-F383E85E5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4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B258F561-4F94-5747-09E0-020B70D94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Context</a:t>
            </a:r>
            <a:endParaRPr lang="en-GB" altLang="nl-NL"/>
          </a:p>
        </p:txBody>
      </p:sp>
      <p:pic>
        <p:nvPicPr>
          <p:cNvPr id="472067" name="Picture 3">
            <a:extLst>
              <a:ext uri="{FF2B5EF4-FFF2-40B4-BE49-F238E27FC236}">
                <a16:creationId xmlns:a16="http://schemas.microsoft.com/office/drawing/2014/main" id="{EABCD6EA-FE63-B63B-E21A-54D493BA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5927725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1026">
            <a:extLst>
              <a:ext uri="{FF2B5EF4-FFF2-40B4-BE49-F238E27FC236}">
                <a16:creationId xmlns:a16="http://schemas.microsoft.com/office/drawing/2014/main" id="{F65E9750-C878-6AA8-3F92-D0D7B0F1F8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Samenvattend</a:t>
            </a:r>
            <a:endParaRPr lang="en-GB" altLang="nl-NL"/>
          </a:p>
        </p:txBody>
      </p:sp>
      <p:sp>
        <p:nvSpPr>
          <p:cNvPr id="486403" name="Rectangle 1027">
            <a:extLst>
              <a:ext uri="{FF2B5EF4-FFF2-40B4-BE49-F238E27FC236}">
                <a16:creationId xmlns:a16="http://schemas.microsoft.com/office/drawing/2014/main" id="{E21E0EA6-6EA5-DCE2-0869-D83AD4B08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/>
              <a:t>Extensible</a:t>
            </a:r>
          </a:p>
          <a:p>
            <a:endParaRPr lang="en-US" altLang="nl-NL"/>
          </a:p>
          <a:p>
            <a:r>
              <a:rPr lang="en-US" altLang="nl-NL"/>
              <a:t>Community</a:t>
            </a:r>
          </a:p>
          <a:p>
            <a:endParaRPr lang="en-US" altLang="nl-NL"/>
          </a:p>
          <a:p>
            <a:r>
              <a:rPr lang="en-US" altLang="nl-NL"/>
              <a:t>Uniforme interpretatie</a:t>
            </a:r>
          </a:p>
          <a:p>
            <a:endParaRPr lang="en-US" altLang="nl-NL"/>
          </a:p>
          <a:p>
            <a:r>
              <a:rPr lang="en-US" altLang="nl-NL"/>
              <a:t>Context</a:t>
            </a:r>
          </a:p>
          <a:p>
            <a:endParaRPr lang="en-US" altLang="nl-NL"/>
          </a:p>
          <a:p>
            <a:endParaRPr lang="en-GB" altLang="nl-NL"/>
          </a:p>
        </p:txBody>
      </p:sp>
      <p:sp>
        <p:nvSpPr>
          <p:cNvPr id="486404" name="Rectangle 1028">
            <a:extLst>
              <a:ext uri="{FF2B5EF4-FFF2-40B4-BE49-F238E27FC236}">
                <a16:creationId xmlns:a16="http://schemas.microsoft.com/office/drawing/2014/main" id="{31D99375-4BC7-24F3-5099-4B4B21185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69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2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nl-NL" sz="1800">
                <a:solidFill>
                  <a:srgbClr val="EF8114"/>
                </a:solidFill>
              </a:rPr>
              <a:t>Oefening 4</a:t>
            </a:r>
            <a:endParaRPr lang="en-GB" altLang="nl-NL" sz="1800">
              <a:solidFill>
                <a:srgbClr val="EF8114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1026">
            <a:extLst>
              <a:ext uri="{FF2B5EF4-FFF2-40B4-BE49-F238E27FC236}">
                <a16:creationId xmlns:a16="http://schemas.microsoft.com/office/drawing/2014/main" id="{E5C07207-6941-A756-1DC6-5ABD85034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Mijn oplossing</a:t>
            </a:r>
            <a:endParaRPr lang="en-GB" altLang="nl-NL"/>
          </a:p>
        </p:txBody>
      </p:sp>
    </p:spTree>
  </p:cSld>
  <p:clrMapOvr>
    <a:masterClrMapping/>
  </p:clrMapOvr>
  <p:transition>
    <p:dissolv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A89ED9E8-353E-82A7-4326-A2B246DC3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Referenties</a:t>
            </a:r>
            <a:endParaRPr lang="en-GB" altLang="nl-NL"/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4179D726-4905-7CF4-413B-123C72691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 sz="2000">
                <a:solidFill>
                  <a:schemeClr val="tx1"/>
                </a:solidFill>
              </a:rPr>
              <a:t>Zelfstudie</a:t>
            </a:r>
          </a:p>
          <a:p>
            <a:pPr lvl="1"/>
            <a:r>
              <a:rPr lang="en-US" altLang="nl-NL" sz="1600">
                <a:solidFill>
                  <a:schemeClr val="tx1"/>
                </a:solidFill>
              </a:rPr>
              <a:t>Online tutorials</a:t>
            </a:r>
            <a:br>
              <a:rPr lang="en-US" altLang="nl-NL" sz="1600">
                <a:solidFill>
                  <a:schemeClr val="tx1"/>
                </a:solidFill>
              </a:rPr>
            </a:br>
            <a:r>
              <a:rPr lang="en-US" altLang="nl-NL" sz="1600">
                <a:solidFill>
                  <a:schemeClr val="tx1"/>
                </a:solidFill>
              </a:rPr>
              <a:t>“http://www.w3schools.com”</a:t>
            </a:r>
            <a:br>
              <a:rPr lang="en-US" altLang="nl-NL" sz="1600">
                <a:solidFill>
                  <a:schemeClr val="tx1"/>
                </a:solidFill>
              </a:rPr>
            </a:br>
            <a:r>
              <a:rPr lang="en-US" altLang="nl-NL" sz="1600">
                <a:solidFill>
                  <a:schemeClr val="tx1"/>
                </a:solidFill>
              </a:rPr>
              <a:t>“http://www.xfront.com”</a:t>
            </a:r>
            <a:br>
              <a:rPr lang="en-US" altLang="nl-NL" sz="1600">
                <a:solidFill>
                  <a:schemeClr val="tx1"/>
                </a:solidFill>
              </a:rPr>
            </a:br>
            <a:r>
              <a:rPr lang="en-US" altLang="nl-NL" sz="1600">
                <a:solidFill>
                  <a:schemeClr val="tx1"/>
                </a:solidFill>
              </a:rPr>
              <a:t>“K:\BAS Zuid Java\Kennis-opbouw\XML\XML-oefeningen.pdf”</a:t>
            </a:r>
          </a:p>
          <a:p>
            <a:endParaRPr lang="en-US" altLang="nl-NL" sz="2000">
              <a:solidFill>
                <a:schemeClr val="tx1"/>
              </a:solidFill>
            </a:endParaRPr>
          </a:p>
          <a:p>
            <a:r>
              <a:rPr lang="en-US" altLang="nl-NL" sz="1800">
                <a:solidFill>
                  <a:schemeClr val="tx1"/>
                </a:solidFill>
              </a:rPr>
              <a:t>Possible international XML initiatives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XML in Industry “http://www.xml.org”</a:t>
            </a:r>
          </a:p>
          <a:p>
            <a:pPr lvl="1"/>
            <a:endParaRPr lang="en-US" altLang="nl-NL" sz="1400">
              <a:solidFill>
                <a:schemeClr val="tx1"/>
              </a:solidFill>
            </a:endParaRPr>
          </a:p>
          <a:p>
            <a:r>
              <a:rPr lang="en-US" altLang="nl-NL" sz="1800">
                <a:solidFill>
                  <a:schemeClr val="tx1"/>
                </a:solidFill>
              </a:rPr>
              <a:t>W3C XML Schema specifications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XML Schema Part 0: Primer  “http://www.w3.org/TR/xmlschema-0/”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XML Schema Part 1: Structures “http://www.w3.org/TR/xmlschema-1/”</a:t>
            </a:r>
          </a:p>
          <a:p>
            <a:pPr lvl="1"/>
            <a:r>
              <a:rPr lang="en-US" altLang="nl-NL" sz="1400">
                <a:solidFill>
                  <a:schemeClr val="tx1"/>
                </a:solidFill>
              </a:rPr>
              <a:t>XML Schema Part 2: Datatypes “http://www.w3.org/TR/xmlschema-2/”</a:t>
            </a:r>
          </a:p>
          <a:p>
            <a:pPr lvl="1"/>
            <a:endParaRPr lang="en-US" altLang="nl-NL" sz="1400">
              <a:solidFill>
                <a:schemeClr val="tx1"/>
              </a:solidFill>
            </a:endParaRPr>
          </a:p>
          <a:p>
            <a:endParaRPr lang="en-GB" altLang="nl-NL" sz="2000"/>
          </a:p>
        </p:txBody>
      </p:sp>
    </p:spTree>
  </p:cSld>
  <p:clrMapOvr>
    <a:masterClrMapping/>
  </p:clrMapOvr>
  <p:transition>
    <p:dissolv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id="{E146E403-336B-56D8-FDD0-DAE6EA662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Referenties</a:t>
            </a:r>
            <a:endParaRPr lang="en-GB" altLang="nl-NL"/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A649598F-13C8-D186-CDD5-2708361F2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nl-NL" sz="2000">
                <a:solidFill>
                  <a:schemeClr val="tx1"/>
                </a:solidFill>
              </a:rPr>
              <a:t>W3C A to Z</a:t>
            </a:r>
          </a:p>
          <a:p>
            <a:pPr lvl="1"/>
            <a:r>
              <a:rPr lang="en-US" altLang="nl-NL" sz="1600">
                <a:solidFill>
                  <a:schemeClr val="tx1"/>
                </a:solidFill>
              </a:rPr>
              <a:t>W3C XML Specifications &amp; guidelines  “http://www.w3.org/”</a:t>
            </a:r>
          </a:p>
          <a:p>
            <a:pPr lvl="1"/>
            <a:endParaRPr lang="en-US" altLang="nl-NL" sz="1600">
              <a:solidFill>
                <a:schemeClr val="tx1"/>
              </a:solidFill>
            </a:endParaRPr>
          </a:p>
          <a:p>
            <a:r>
              <a:rPr lang="en-US" altLang="nl-NL" sz="2000">
                <a:solidFill>
                  <a:schemeClr val="tx1"/>
                </a:solidFill>
              </a:rPr>
              <a:t>XML.com</a:t>
            </a:r>
          </a:p>
          <a:p>
            <a:pPr lvl="1"/>
            <a:r>
              <a:rPr lang="en-US" altLang="nl-NL" sz="1600">
                <a:solidFill>
                  <a:schemeClr val="tx1"/>
                </a:solidFill>
              </a:rPr>
              <a:t>Books, Articles, software &amp; tools and much more…...</a:t>
            </a:r>
          </a:p>
          <a:p>
            <a:pPr lvl="1">
              <a:buFontTx/>
              <a:buNone/>
            </a:pPr>
            <a:r>
              <a:rPr lang="en-US" altLang="nl-NL" sz="1600"/>
              <a:t>	“</a:t>
            </a:r>
            <a:r>
              <a:rPr lang="en-US" altLang="nl-NL" sz="1600">
                <a:solidFill>
                  <a:schemeClr val="tx1"/>
                </a:solidFill>
              </a:rPr>
              <a:t>http://www.xml.com/”</a:t>
            </a:r>
          </a:p>
          <a:p>
            <a:endParaRPr lang="en-GB" altLang="nl-NL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AtosOriginOLYMPICpresentationv022004">
  <a:themeElements>
    <a:clrScheme name="AtosOriginOLYMPICpresentationv02200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tosOriginOLYMPICpresentationv02200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EF8114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EF8114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nl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tosOriginOLYMPICpresentationv0220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osOriginOLYMPICpresentationv022004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tosOriginOLYMPICpresentationv022004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osOriginOLYMPICpresentationv022004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osOriginOLYMPICpresentationv022004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osOriginOLYMPICpresentationv022004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osOriginOLYMPICpresentationv022004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Settings\nl05667\Application Data\Microsoft\Templates\AtosOriginOLYMPICpresentationv022004.pot</Template>
  <TotalTime>0</TotalTime>
  <Words>2156</Words>
  <Application>Microsoft Office PowerPoint</Application>
  <PresentationFormat>Diavoorstelling (4:3)</PresentationFormat>
  <Paragraphs>452</Paragraphs>
  <Slides>62</Slides>
  <Notes>2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2</vt:i4>
      </vt:variant>
      <vt:variant>
        <vt:lpstr>Diatitels</vt:lpstr>
      </vt:variant>
      <vt:variant>
        <vt:i4>62</vt:i4>
      </vt:variant>
    </vt:vector>
  </HeadingPairs>
  <TitlesOfParts>
    <vt:vector size="70" baseType="lpstr">
      <vt:lpstr>Arial</vt:lpstr>
      <vt:lpstr>Times New Roman</vt:lpstr>
      <vt:lpstr>Times</vt:lpstr>
      <vt:lpstr>Tahoma</vt:lpstr>
      <vt:lpstr>Comic Sans MS</vt:lpstr>
      <vt:lpstr>AtosOriginOLYMPICpresentationv022004</vt:lpstr>
      <vt:lpstr>Corel PHOTO-PAINT 7.0 Image</vt:lpstr>
      <vt:lpstr>Microsoft Clip Gallery</vt:lpstr>
      <vt:lpstr>PowerPoint-presentatie</vt:lpstr>
      <vt:lpstr>PowerPoint-presentatie</vt:lpstr>
      <vt:lpstr>Wat is XML?</vt:lpstr>
      <vt:lpstr>Waarom XML?</vt:lpstr>
      <vt:lpstr>De oorsprong van XML</vt:lpstr>
      <vt:lpstr>Terminologie</vt:lpstr>
      <vt:lpstr>XML-Tools</vt:lpstr>
      <vt:lpstr>Voorbeeld van XML</vt:lpstr>
      <vt:lpstr>Voorbeeld van XML</vt:lpstr>
      <vt:lpstr>Well-formed XML</vt:lpstr>
      <vt:lpstr>Voorbeeld Well-formed XML</vt:lpstr>
      <vt:lpstr>Valid XML</vt:lpstr>
      <vt:lpstr>PowerPoint-presentatie</vt:lpstr>
      <vt:lpstr>Functie XML-schema</vt:lpstr>
      <vt:lpstr>Voorbeeld XML-schema</vt:lpstr>
      <vt:lpstr>Voorbeeld XML-schema</vt:lpstr>
      <vt:lpstr>Voorbeeld XML + XML-schema</vt:lpstr>
      <vt:lpstr>= Resultaat (Valid XML)</vt:lpstr>
      <vt:lpstr>Voorbeeld van Structuur</vt:lpstr>
      <vt:lpstr>PowerPoint-presentatie</vt:lpstr>
      <vt:lpstr>Voorbeeld van structuur</vt:lpstr>
      <vt:lpstr>Mijn oplossing</vt:lpstr>
      <vt:lpstr>PowerPoint-presentatie</vt:lpstr>
      <vt:lpstr>XML-namespace</vt:lpstr>
      <vt:lpstr>XML-namespace  Vocabulaire : Termen &amp; Semantiek</vt:lpstr>
      <vt:lpstr>XML-namespace  Vocabulaire : Termen &amp; Semantiek</vt:lpstr>
      <vt:lpstr>Voorbeeld: XML-namespace</vt:lpstr>
      <vt:lpstr>PowerPoint-presentatie</vt:lpstr>
      <vt:lpstr>Wat is XSL(T)</vt:lpstr>
      <vt:lpstr>XML + XSLT stylesheet</vt:lpstr>
      <vt:lpstr>= Resultaat</vt:lpstr>
      <vt:lpstr>PowerPoint-presentatie</vt:lpstr>
      <vt:lpstr>Familie van technologieën</vt:lpstr>
      <vt:lpstr>N*M spaghetti architectuur</vt:lpstr>
      <vt:lpstr>N*M spaghetti architectuur</vt:lpstr>
      <vt:lpstr>N*M spaghetti architectuur</vt:lpstr>
      <vt:lpstr>N*M spaghetti architectuur</vt:lpstr>
      <vt:lpstr>N*M spaghetti architectuur</vt:lpstr>
      <vt:lpstr>“the cut &amp; paste crisis”</vt:lpstr>
      <vt:lpstr>Zoeken of vinden ?</vt:lpstr>
      <vt:lpstr>eCommunities realiseren</vt:lpstr>
      <vt:lpstr>Vinden!</vt:lpstr>
      <vt:lpstr>Uniforme Interpretatie van inhoud</vt:lpstr>
      <vt:lpstr>Uniforme Interpretatie van inhoud</vt:lpstr>
      <vt:lpstr>Uniforme Interpretatie van inhoud</vt:lpstr>
      <vt:lpstr>Uniforme Interpretatie van inhoud</vt:lpstr>
      <vt:lpstr>Uniforme Interpretatie van inhoud</vt:lpstr>
      <vt:lpstr>Uniforme Interpretatie van inhoud</vt:lpstr>
      <vt:lpstr>Uniforme Interpretatie van inhoud</vt:lpstr>
      <vt:lpstr>Gerichter zoeken</vt:lpstr>
      <vt:lpstr>N*M spaghetti architectuur</vt:lpstr>
      <vt:lpstr>N+M door Content Integratie</vt:lpstr>
      <vt:lpstr>“the cut &amp; paste crises”</vt:lpstr>
      <vt:lpstr>Enterprise Intelligence</vt:lpstr>
      <vt:lpstr>Content Enrichment &amp; Connection</vt:lpstr>
      <vt:lpstr>De juiste context</vt:lpstr>
      <vt:lpstr>Perceptie van de waarheid</vt:lpstr>
      <vt:lpstr>Context</vt:lpstr>
      <vt:lpstr>Samenvattend</vt:lpstr>
      <vt:lpstr>Mijn oplossing</vt:lpstr>
      <vt:lpstr>Referenties</vt:lpstr>
      <vt:lpstr>Referenties</vt:lpstr>
    </vt:vector>
  </TitlesOfParts>
  <Company>Atos Origin Nederland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NL05667</dc:creator>
  <cp:lastModifiedBy>Johan Boer</cp:lastModifiedBy>
  <cp:revision>26</cp:revision>
  <cp:lastPrinted>2001-07-26T12:51:24Z</cp:lastPrinted>
  <dcterms:created xsi:type="dcterms:W3CDTF">2004-05-17T08:55:41Z</dcterms:created>
  <dcterms:modified xsi:type="dcterms:W3CDTF">2026-03-04T10:47:41Z</dcterms:modified>
</cp:coreProperties>
</file>